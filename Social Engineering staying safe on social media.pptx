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01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66E073-64A6-4693-B789-CCB092AF3F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031744-4CFA-4401-B55E-0B960900397A}">
      <dgm:prSet/>
      <dgm:spPr/>
      <dgm:t>
        <a:bodyPr/>
        <a:lstStyle/>
        <a:p>
          <a:r>
            <a:rPr lang="en-GB" b="0" i="0"/>
            <a:t>Tricking people into providing sensitive information, data, money or access to any organization or building.</a:t>
          </a:r>
          <a:endParaRPr lang="en-US"/>
        </a:p>
      </dgm:t>
    </dgm:pt>
    <dgm:pt modelId="{456D7642-B067-4DD9-B28B-B8ACDBF5CCC3}" type="parTrans" cxnId="{2936BAC1-6475-4B95-BC9C-622726B5C1F1}">
      <dgm:prSet/>
      <dgm:spPr/>
      <dgm:t>
        <a:bodyPr/>
        <a:lstStyle/>
        <a:p>
          <a:endParaRPr lang="en-US"/>
        </a:p>
      </dgm:t>
    </dgm:pt>
    <dgm:pt modelId="{FBD6ECB8-A5A7-46E2-9AD8-84987375DF29}" type="sibTrans" cxnId="{2936BAC1-6475-4B95-BC9C-622726B5C1F1}">
      <dgm:prSet/>
      <dgm:spPr/>
      <dgm:t>
        <a:bodyPr/>
        <a:lstStyle/>
        <a:p>
          <a:endParaRPr lang="en-US"/>
        </a:p>
      </dgm:t>
    </dgm:pt>
    <dgm:pt modelId="{C7DEEB5B-97BA-4441-8773-94CD600F0D90}">
      <dgm:prSet/>
      <dgm:spPr/>
      <dgm:t>
        <a:bodyPr/>
        <a:lstStyle/>
        <a:p>
          <a:r>
            <a:rPr lang="en-GB" b="0" i="0"/>
            <a:t>Attackers trigger human behaviour such as fear, greed, urgency, curiosity and trust </a:t>
          </a:r>
          <a:endParaRPr lang="en-US"/>
        </a:p>
      </dgm:t>
    </dgm:pt>
    <dgm:pt modelId="{CDCAC92B-B1F3-4E7E-BB94-B736301B1FF0}" type="parTrans" cxnId="{8FB66DC9-5C4A-4A3B-A901-8AD2CF15CED2}">
      <dgm:prSet/>
      <dgm:spPr/>
      <dgm:t>
        <a:bodyPr/>
        <a:lstStyle/>
        <a:p>
          <a:endParaRPr lang="en-US"/>
        </a:p>
      </dgm:t>
    </dgm:pt>
    <dgm:pt modelId="{758C0056-F563-4CCE-A3A0-ED40E5D12163}" type="sibTrans" cxnId="{8FB66DC9-5C4A-4A3B-A901-8AD2CF15CED2}">
      <dgm:prSet/>
      <dgm:spPr/>
      <dgm:t>
        <a:bodyPr/>
        <a:lstStyle/>
        <a:p>
          <a:endParaRPr lang="en-US"/>
        </a:p>
      </dgm:t>
    </dgm:pt>
    <dgm:pt modelId="{7246370C-A6F3-46AE-9F1C-9C915951D776}">
      <dgm:prSet/>
      <dgm:spPr/>
      <dgm:t>
        <a:bodyPr/>
        <a:lstStyle/>
        <a:p>
          <a:r>
            <a:rPr lang="en-GB" b="0" i="0"/>
            <a:t>Example:  A person tries to get in behind you into the building when you are accessing the building.</a:t>
          </a:r>
          <a:endParaRPr lang="en-US"/>
        </a:p>
      </dgm:t>
    </dgm:pt>
    <dgm:pt modelId="{5A5AF818-0FB5-45EC-8AE2-1CFB5A45E5BF}" type="parTrans" cxnId="{A9FD2330-5BCA-4F46-A5A7-78FA0F5B5F62}">
      <dgm:prSet/>
      <dgm:spPr/>
      <dgm:t>
        <a:bodyPr/>
        <a:lstStyle/>
        <a:p>
          <a:endParaRPr lang="en-US"/>
        </a:p>
      </dgm:t>
    </dgm:pt>
    <dgm:pt modelId="{FD4A8317-F643-458F-9E14-EA8249C7C43D}" type="sibTrans" cxnId="{A9FD2330-5BCA-4F46-A5A7-78FA0F5B5F62}">
      <dgm:prSet/>
      <dgm:spPr/>
      <dgm:t>
        <a:bodyPr/>
        <a:lstStyle/>
        <a:p>
          <a:endParaRPr lang="en-US"/>
        </a:p>
      </dgm:t>
    </dgm:pt>
    <dgm:pt modelId="{0476F1B7-C9A4-4F47-9BEB-4B87E081558D}" type="pres">
      <dgm:prSet presAssocID="{0966E073-64A6-4693-B789-CCB092AF3FD2}" presName="root" presStyleCnt="0">
        <dgm:presLayoutVars>
          <dgm:dir/>
          <dgm:resizeHandles val="exact"/>
        </dgm:presLayoutVars>
      </dgm:prSet>
      <dgm:spPr/>
    </dgm:pt>
    <dgm:pt modelId="{9A2B0053-9713-473A-BB9B-7199CE6701BF}" type="pres">
      <dgm:prSet presAssocID="{EF031744-4CFA-4401-B55E-0B960900397A}" presName="compNode" presStyleCnt="0"/>
      <dgm:spPr/>
    </dgm:pt>
    <dgm:pt modelId="{73EDB71A-6E24-4B8C-9476-734275EACD93}" type="pres">
      <dgm:prSet presAssocID="{EF031744-4CFA-4401-B55E-0B960900397A}" presName="bgRect" presStyleLbl="bgShp" presStyleIdx="0" presStyleCnt="3"/>
      <dgm:spPr/>
    </dgm:pt>
    <dgm:pt modelId="{1E95543A-A021-4400-A0BC-F308BE2FC69A}" type="pres">
      <dgm:prSet presAssocID="{EF031744-4CFA-4401-B55E-0B96090039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FAC9F10E-BB46-44EC-A9C4-57A2274DE172}" type="pres">
      <dgm:prSet presAssocID="{EF031744-4CFA-4401-B55E-0B960900397A}" presName="spaceRect" presStyleCnt="0"/>
      <dgm:spPr/>
    </dgm:pt>
    <dgm:pt modelId="{237CC5AE-44D0-4DC7-9435-5B091CA92E61}" type="pres">
      <dgm:prSet presAssocID="{EF031744-4CFA-4401-B55E-0B960900397A}" presName="parTx" presStyleLbl="revTx" presStyleIdx="0" presStyleCnt="3">
        <dgm:presLayoutVars>
          <dgm:chMax val="0"/>
          <dgm:chPref val="0"/>
        </dgm:presLayoutVars>
      </dgm:prSet>
      <dgm:spPr/>
    </dgm:pt>
    <dgm:pt modelId="{798F6293-3426-4CFC-A505-ADCAD29BD9EC}" type="pres">
      <dgm:prSet presAssocID="{FBD6ECB8-A5A7-46E2-9AD8-84987375DF29}" presName="sibTrans" presStyleCnt="0"/>
      <dgm:spPr/>
    </dgm:pt>
    <dgm:pt modelId="{9BF7BBAB-737B-49D9-B865-9A112706AD61}" type="pres">
      <dgm:prSet presAssocID="{C7DEEB5B-97BA-4441-8773-94CD600F0D90}" presName="compNode" presStyleCnt="0"/>
      <dgm:spPr/>
    </dgm:pt>
    <dgm:pt modelId="{3931AA13-0F05-40C6-89F2-C7A3954E30F8}" type="pres">
      <dgm:prSet presAssocID="{C7DEEB5B-97BA-4441-8773-94CD600F0D90}" presName="bgRect" presStyleLbl="bgShp" presStyleIdx="1" presStyleCnt="3"/>
      <dgm:spPr/>
    </dgm:pt>
    <dgm:pt modelId="{E3944818-9A46-4A02-A4F6-9C33C8188892}" type="pres">
      <dgm:prSet presAssocID="{C7DEEB5B-97BA-4441-8773-94CD600F0D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5B47ED0-FABE-4B5B-A546-E31F0DEDD8A8}" type="pres">
      <dgm:prSet presAssocID="{C7DEEB5B-97BA-4441-8773-94CD600F0D90}" presName="spaceRect" presStyleCnt="0"/>
      <dgm:spPr/>
    </dgm:pt>
    <dgm:pt modelId="{C64F8657-C9DD-4254-9B4F-AA51C98D197E}" type="pres">
      <dgm:prSet presAssocID="{C7DEEB5B-97BA-4441-8773-94CD600F0D90}" presName="parTx" presStyleLbl="revTx" presStyleIdx="1" presStyleCnt="3">
        <dgm:presLayoutVars>
          <dgm:chMax val="0"/>
          <dgm:chPref val="0"/>
        </dgm:presLayoutVars>
      </dgm:prSet>
      <dgm:spPr/>
    </dgm:pt>
    <dgm:pt modelId="{EAEAD39E-2C09-44D7-AFB2-949F563B74C1}" type="pres">
      <dgm:prSet presAssocID="{758C0056-F563-4CCE-A3A0-ED40E5D12163}" presName="sibTrans" presStyleCnt="0"/>
      <dgm:spPr/>
    </dgm:pt>
    <dgm:pt modelId="{FECEE379-0460-4A13-A15D-8F4FAB4EAA66}" type="pres">
      <dgm:prSet presAssocID="{7246370C-A6F3-46AE-9F1C-9C915951D776}" presName="compNode" presStyleCnt="0"/>
      <dgm:spPr/>
    </dgm:pt>
    <dgm:pt modelId="{0B4B81D0-F786-42D8-943F-B908E4928DA9}" type="pres">
      <dgm:prSet presAssocID="{7246370C-A6F3-46AE-9F1C-9C915951D776}" presName="bgRect" presStyleLbl="bgShp" presStyleIdx="2" presStyleCnt="3"/>
      <dgm:spPr/>
    </dgm:pt>
    <dgm:pt modelId="{13403B38-FF9F-4752-8331-78E25A2FFB7B}" type="pres">
      <dgm:prSet presAssocID="{7246370C-A6F3-46AE-9F1C-9C915951D7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C5C23B7-E779-4D13-B584-C42849B19F58}" type="pres">
      <dgm:prSet presAssocID="{7246370C-A6F3-46AE-9F1C-9C915951D776}" presName="spaceRect" presStyleCnt="0"/>
      <dgm:spPr/>
    </dgm:pt>
    <dgm:pt modelId="{E5B9DAAB-BD81-4922-9523-D34D1238EE1E}" type="pres">
      <dgm:prSet presAssocID="{7246370C-A6F3-46AE-9F1C-9C915951D77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B03301-BECE-4233-8635-C6359FC775BA}" type="presOf" srcId="{0966E073-64A6-4693-B789-CCB092AF3FD2}" destId="{0476F1B7-C9A4-4F47-9BEB-4B87E081558D}" srcOrd="0" destOrd="0" presId="urn:microsoft.com/office/officeart/2018/2/layout/IconVerticalSolidList"/>
    <dgm:cxn modelId="{A9FD2330-5BCA-4F46-A5A7-78FA0F5B5F62}" srcId="{0966E073-64A6-4693-B789-CCB092AF3FD2}" destId="{7246370C-A6F3-46AE-9F1C-9C915951D776}" srcOrd="2" destOrd="0" parTransId="{5A5AF818-0FB5-45EC-8AE2-1CFB5A45E5BF}" sibTransId="{FD4A8317-F643-458F-9E14-EA8249C7C43D}"/>
    <dgm:cxn modelId="{B0680854-A7C8-4553-96C4-74CB71FBCE58}" type="presOf" srcId="{C7DEEB5B-97BA-4441-8773-94CD600F0D90}" destId="{C64F8657-C9DD-4254-9B4F-AA51C98D197E}" srcOrd="0" destOrd="0" presId="urn:microsoft.com/office/officeart/2018/2/layout/IconVerticalSolidList"/>
    <dgm:cxn modelId="{0999B1A6-6E49-400F-8BDE-62005E4F0CE0}" type="presOf" srcId="{EF031744-4CFA-4401-B55E-0B960900397A}" destId="{237CC5AE-44D0-4DC7-9435-5B091CA92E61}" srcOrd="0" destOrd="0" presId="urn:microsoft.com/office/officeart/2018/2/layout/IconVerticalSolidList"/>
    <dgm:cxn modelId="{2936BAC1-6475-4B95-BC9C-622726B5C1F1}" srcId="{0966E073-64A6-4693-B789-CCB092AF3FD2}" destId="{EF031744-4CFA-4401-B55E-0B960900397A}" srcOrd="0" destOrd="0" parTransId="{456D7642-B067-4DD9-B28B-B8ACDBF5CCC3}" sibTransId="{FBD6ECB8-A5A7-46E2-9AD8-84987375DF29}"/>
    <dgm:cxn modelId="{8FB66DC9-5C4A-4A3B-A901-8AD2CF15CED2}" srcId="{0966E073-64A6-4693-B789-CCB092AF3FD2}" destId="{C7DEEB5B-97BA-4441-8773-94CD600F0D90}" srcOrd="1" destOrd="0" parTransId="{CDCAC92B-B1F3-4E7E-BB94-B736301B1FF0}" sibTransId="{758C0056-F563-4CCE-A3A0-ED40E5D12163}"/>
    <dgm:cxn modelId="{3167F4ED-FB15-4997-99A4-92060B8D654F}" type="presOf" srcId="{7246370C-A6F3-46AE-9F1C-9C915951D776}" destId="{E5B9DAAB-BD81-4922-9523-D34D1238EE1E}" srcOrd="0" destOrd="0" presId="urn:microsoft.com/office/officeart/2018/2/layout/IconVerticalSolidList"/>
    <dgm:cxn modelId="{F765399E-7820-432E-AE68-563659308A7C}" type="presParOf" srcId="{0476F1B7-C9A4-4F47-9BEB-4B87E081558D}" destId="{9A2B0053-9713-473A-BB9B-7199CE6701BF}" srcOrd="0" destOrd="0" presId="urn:microsoft.com/office/officeart/2018/2/layout/IconVerticalSolidList"/>
    <dgm:cxn modelId="{BF748A80-8AF0-4823-A177-434317B54AFC}" type="presParOf" srcId="{9A2B0053-9713-473A-BB9B-7199CE6701BF}" destId="{73EDB71A-6E24-4B8C-9476-734275EACD93}" srcOrd="0" destOrd="0" presId="urn:microsoft.com/office/officeart/2018/2/layout/IconVerticalSolidList"/>
    <dgm:cxn modelId="{0FB71FE2-2BDD-4ECC-9F45-C60303AC3A6E}" type="presParOf" srcId="{9A2B0053-9713-473A-BB9B-7199CE6701BF}" destId="{1E95543A-A021-4400-A0BC-F308BE2FC69A}" srcOrd="1" destOrd="0" presId="urn:microsoft.com/office/officeart/2018/2/layout/IconVerticalSolidList"/>
    <dgm:cxn modelId="{B21F55CB-F2DC-489F-B8CB-F1F7CCC1A42B}" type="presParOf" srcId="{9A2B0053-9713-473A-BB9B-7199CE6701BF}" destId="{FAC9F10E-BB46-44EC-A9C4-57A2274DE172}" srcOrd="2" destOrd="0" presId="urn:microsoft.com/office/officeart/2018/2/layout/IconVerticalSolidList"/>
    <dgm:cxn modelId="{F0F3A696-278A-4EC7-8173-5681D09270F2}" type="presParOf" srcId="{9A2B0053-9713-473A-BB9B-7199CE6701BF}" destId="{237CC5AE-44D0-4DC7-9435-5B091CA92E61}" srcOrd="3" destOrd="0" presId="urn:microsoft.com/office/officeart/2018/2/layout/IconVerticalSolidList"/>
    <dgm:cxn modelId="{61626F33-DC42-4DB4-8E3D-0361BDE8746B}" type="presParOf" srcId="{0476F1B7-C9A4-4F47-9BEB-4B87E081558D}" destId="{798F6293-3426-4CFC-A505-ADCAD29BD9EC}" srcOrd="1" destOrd="0" presId="urn:microsoft.com/office/officeart/2018/2/layout/IconVerticalSolidList"/>
    <dgm:cxn modelId="{447C6EEA-45E0-49EA-A7ED-6140EB250F14}" type="presParOf" srcId="{0476F1B7-C9A4-4F47-9BEB-4B87E081558D}" destId="{9BF7BBAB-737B-49D9-B865-9A112706AD61}" srcOrd="2" destOrd="0" presId="urn:microsoft.com/office/officeart/2018/2/layout/IconVerticalSolidList"/>
    <dgm:cxn modelId="{1183FD61-008E-43EB-B3F1-0C6064711E20}" type="presParOf" srcId="{9BF7BBAB-737B-49D9-B865-9A112706AD61}" destId="{3931AA13-0F05-40C6-89F2-C7A3954E30F8}" srcOrd="0" destOrd="0" presId="urn:microsoft.com/office/officeart/2018/2/layout/IconVerticalSolidList"/>
    <dgm:cxn modelId="{B9393583-2546-4B5E-BE70-6B02545E79E5}" type="presParOf" srcId="{9BF7BBAB-737B-49D9-B865-9A112706AD61}" destId="{E3944818-9A46-4A02-A4F6-9C33C8188892}" srcOrd="1" destOrd="0" presId="urn:microsoft.com/office/officeart/2018/2/layout/IconVerticalSolidList"/>
    <dgm:cxn modelId="{FA7906EA-0FEE-40EB-BFDE-9A1B864595B3}" type="presParOf" srcId="{9BF7BBAB-737B-49D9-B865-9A112706AD61}" destId="{55B47ED0-FABE-4B5B-A546-E31F0DEDD8A8}" srcOrd="2" destOrd="0" presId="urn:microsoft.com/office/officeart/2018/2/layout/IconVerticalSolidList"/>
    <dgm:cxn modelId="{E80965B3-3173-4B66-8D24-08AE057E6780}" type="presParOf" srcId="{9BF7BBAB-737B-49D9-B865-9A112706AD61}" destId="{C64F8657-C9DD-4254-9B4F-AA51C98D197E}" srcOrd="3" destOrd="0" presId="urn:microsoft.com/office/officeart/2018/2/layout/IconVerticalSolidList"/>
    <dgm:cxn modelId="{9A568C5B-2E9A-45FB-9E09-911E5DC525F0}" type="presParOf" srcId="{0476F1B7-C9A4-4F47-9BEB-4B87E081558D}" destId="{EAEAD39E-2C09-44D7-AFB2-949F563B74C1}" srcOrd="3" destOrd="0" presId="urn:microsoft.com/office/officeart/2018/2/layout/IconVerticalSolidList"/>
    <dgm:cxn modelId="{B43178FA-FCA4-4F7C-BDDD-6A90C28DD5BF}" type="presParOf" srcId="{0476F1B7-C9A4-4F47-9BEB-4B87E081558D}" destId="{FECEE379-0460-4A13-A15D-8F4FAB4EAA66}" srcOrd="4" destOrd="0" presId="urn:microsoft.com/office/officeart/2018/2/layout/IconVerticalSolidList"/>
    <dgm:cxn modelId="{0A0C74ED-B233-45EB-A5FC-1D6367BFA49A}" type="presParOf" srcId="{FECEE379-0460-4A13-A15D-8F4FAB4EAA66}" destId="{0B4B81D0-F786-42D8-943F-B908E4928DA9}" srcOrd="0" destOrd="0" presId="urn:microsoft.com/office/officeart/2018/2/layout/IconVerticalSolidList"/>
    <dgm:cxn modelId="{F4E848EE-C02E-4510-A5F0-7BC4583DE7CD}" type="presParOf" srcId="{FECEE379-0460-4A13-A15D-8F4FAB4EAA66}" destId="{13403B38-FF9F-4752-8331-78E25A2FFB7B}" srcOrd="1" destOrd="0" presId="urn:microsoft.com/office/officeart/2018/2/layout/IconVerticalSolidList"/>
    <dgm:cxn modelId="{2D438B98-42D8-4A06-ADE2-BEE060A6D232}" type="presParOf" srcId="{FECEE379-0460-4A13-A15D-8F4FAB4EAA66}" destId="{6C5C23B7-E779-4D13-B584-C42849B19F58}" srcOrd="2" destOrd="0" presId="urn:microsoft.com/office/officeart/2018/2/layout/IconVerticalSolidList"/>
    <dgm:cxn modelId="{15BEFFDD-6930-4CAC-BBC7-D009FEFE4632}" type="presParOf" srcId="{FECEE379-0460-4A13-A15D-8F4FAB4EAA66}" destId="{E5B9DAAB-BD81-4922-9523-D34D1238EE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B596D4-9488-4D20-B5C9-1D32D0A4CAA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6A715BCB-B7D0-4D9A-994E-941FACBD2A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Identity Theft: Attackers could impersonate you using your data from social media platforms.</a:t>
          </a:r>
          <a:endParaRPr lang="en-US"/>
        </a:p>
      </dgm:t>
    </dgm:pt>
    <dgm:pt modelId="{A5478664-9845-4F02-BF27-A4C3C9D8F345}" type="parTrans" cxnId="{5A89CC32-4369-4120-B13A-74056D9C45D0}">
      <dgm:prSet/>
      <dgm:spPr/>
      <dgm:t>
        <a:bodyPr/>
        <a:lstStyle/>
        <a:p>
          <a:endParaRPr lang="en-US"/>
        </a:p>
      </dgm:t>
    </dgm:pt>
    <dgm:pt modelId="{B758EFA1-798B-43A8-AB54-29F6753042D5}" type="sibTrans" cxnId="{5A89CC32-4369-4120-B13A-74056D9C45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949A9F-0281-4192-BD6D-8472E3C53FC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Financial Loss: Using social engineering techniques, scammers could trick you into sending money or sharing financial credentials.</a:t>
          </a:r>
          <a:endParaRPr lang="en-US"/>
        </a:p>
      </dgm:t>
    </dgm:pt>
    <dgm:pt modelId="{0FD85CE9-4DB2-476D-AC2C-C56DF04ABCA1}" type="parTrans" cxnId="{FEF0A520-3C26-4DBF-AF41-7D0CF8025AED}">
      <dgm:prSet/>
      <dgm:spPr/>
      <dgm:t>
        <a:bodyPr/>
        <a:lstStyle/>
        <a:p>
          <a:endParaRPr lang="en-US"/>
        </a:p>
      </dgm:t>
    </dgm:pt>
    <dgm:pt modelId="{9D66C1C1-68D6-4324-B54C-665178F33D9A}" type="sibTrans" cxnId="{FEF0A520-3C26-4DBF-AF41-7D0CF8025A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F264EB-7C57-483D-AA27-74FA428F85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Account Hacking: Hackers could gain access by fooling users into entering passwords on fake login pages or clicking malicious links. They can use it to ransom users or misuse the account itself.</a:t>
          </a:r>
          <a:endParaRPr lang="en-US"/>
        </a:p>
      </dgm:t>
    </dgm:pt>
    <dgm:pt modelId="{BEDECF9C-0DAD-46CB-BEEF-2539136FC885}" type="parTrans" cxnId="{9E56E3B8-0D21-4CC5-A780-AB22E8608B25}">
      <dgm:prSet/>
      <dgm:spPr/>
      <dgm:t>
        <a:bodyPr/>
        <a:lstStyle/>
        <a:p>
          <a:endParaRPr lang="en-US"/>
        </a:p>
      </dgm:t>
    </dgm:pt>
    <dgm:pt modelId="{FAA532BC-9FD9-4B37-A13F-EFE2437056A0}" type="sibTrans" cxnId="{9E56E3B8-0D21-4CC5-A780-AB22E8608B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11C429-2C53-4BEF-9A04-07CD401450C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Cyberbullying: Users, especially students become victim of cyberbullying and fake relationship scams resulting in emotional and psychological harm.</a:t>
          </a:r>
          <a:endParaRPr lang="en-US"/>
        </a:p>
      </dgm:t>
    </dgm:pt>
    <dgm:pt modelId="{2D2168C7-B436-4E94-A4F2-BBF2BEEAFC36}" type="parTrans" cxnId="{4EBE9BB1-7A3F-42B9-ADE2-1380FE543E5B}">
      <dgm:prSet/>
      <dgm:spPr/>
      <dgm:t>
        <a:bodyPr/>
        <a:lstStyle/>
        <a:p>
          <a:endParaRPr lang="en-US"/>
        </a:p>
      </dgm:t>
    </dgm:pt>
    <dgm:pt modelId="{7EA5F421-B2F3-456E-B831-B0FB3CAAC125}" type="sibTrans" cxnId="{4EBE9BB1-7A3F-42B9-ADE2-1380FE543E5B}">
      <dgm:prSet/>
      <dgm:spPr/>
      <dgm:t>
        <a:bodyPr/>
        <a:lstStyle/>
        <a:p>
          <a:endParaRPr lang="en-US"/>
        </a:p>
      </dgm:t>
    </dgm:pt>
    <dgm:pt modelId="{D5FDC980-3524-4234-BA60-C11D4652A3CB}" type="pres">
      <dgm:prSet presAssocID="{F5B596D4-9488-4D20-B5C9-1D32D0A4CAA4}" presName="root" presStyleCnt="0">
        <dgm:presLayoutVars>
          <dgm:dir/>
          <dgm:resizeHandles val="exact"/>
        </dgm:presLayoutVars>
      </dgm:prSet>
      <dgm:spPr/>
    </dgm:pt>
    <dgm:pt modelId="{1A777670-49AB-4179-8261-55020772B169}" type="pres">
      <dgm:prSet presAssocID="{F5B596D4-9488-4D20-B5C9-1D32D0A4CAA4}" presName="container" presStyleCnt="0">
        <dgm:presLayoutVars>
          <dgm:dir/>
          <dgm:resizeHandles val="exact"/>
        </dgm:presLayoutVars>
      </dgm:prSet>
      <dgm:spPr/>
    </dgm:pt>
    <dgm:pt modelId="{F6729BC5-6F1E-4BE4-9AFB-AFC2E18D6BBF}" type="pres">
      <dgm:prSet presAssocID="{6A715BCB-B7D0-4D9A-994E-941FACBD2A6F}" presName="compNode" presStyleCnt="0"/>
      <dgm:spPr/>
    </dgm:pt>
    <dgm:pt modelId="{B9C52877-FF79-4D69-B9DA-945C052D99FD}" type="pres">
      <dgm:prSet presAssocID="{6A715BCB-B7D0-4D9A-994E-941FACBD2A6F}" presName="iconBgRect" presStyleLbl="bgShp" presStyleIdx="0" presStyleCnt="4"/>
      <dgm:spPr/>
    </dgm:pt>
    <dgm:pt modelId="{33FAF0F3-97C3-469E-9711-BF69A92B2CCA}" type="pres">
      <dgm:prSet presAssocID="{6A715BCB-B7D0-4D9A-994E-941FACBD2A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CF8CA8C-FFAF-426A-8EA4-B6EB8CC0FDF0}" type="pres">
      <dgm:prSet presAssocID="{6A715BCB-B7D0-4D9A-994E-941FACBD2A6F}" presName="spaceRect" presStyleCnt="0"/>
      <dgm:spPr/>
    </dgm:pt>
    <dgm:pt modelId="{BFDB266D-1F29-44BB-BB21-EFDEA3D65639}" type="pres">
      <dgm:prSet presAssocID="{6A715BCB-B7D0-4D9A-994E-941FACBD2A6F}" presName="textRect" presStyleLbl="revTx" presStyleIdx="0" presStyleCnt="4">
        <dgm:presLayoutVars>
          <dgm:chMax val="1"/>
          <dgm:chPref val="1"/>
        </dgm:presLayoutVars>
      </dgm:prSet>
      <dgm:spPr/>
    </dgm:pt>
    <dgm:pt modelId="{2BC10968-9363-4357-ACF6-C38FFC3261D6}" type="pres">
      <dgm:prSet presAssocID="{B758EFA1-798B-43A8-AB54-29F6753042D5}" presName="sibTrans" presStyleLbl="sibTrans2D1" presStyleIdx="0" presStyleCnt="0"/>
      <dgm:spPr/>
    </dgm:pt>
    <dgm:pt modelId="{586B1233-BEAB-4ACB-908B-F0FA51C7B5C0}" type="pres">
      <dgm:prSet presAssocID="{C2949A9F-0281-4192-BD6D-8472E3C53FC5}" presName="compNode" presStyleCnt="0"/>
      <dgm:spPr/>
    </dgm:pt>
    <dgm:pt modelId="{37B786CA-D6B2-4474-84E8-06DDD4874628}" type="pres">
      <dgm:prSet presAssocID="{C2949A9F-0281-4192-BD6D-8472E3C53FC5}" presName="iconBgRect" presStyleLbl="bgShp" presStyleIdx="1" presStyleCnt="4"/>
      <dgm:spPr/>
    </dgm:pt>
    <dgm:pt modelId="{1FAD4877-456E-4E03-B87A-E6B55AEDF9DA}" type="pres">
      <dgm:prSet presAssocID="{C2949A9F-0281-4192-BD6D-8472E3C53FC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5098FDF-A574-4BE3-A3D5-6D10D23AD1F4}" type="pres">
      <dgm:prSet presAssocID="{C2949A9F-0281-4192-BD6D-8472E3C53FC5}" presName="spaceRect" presStyleCnt="0"/>
      <dgm:spPr/>
    </dgm:pt>
    <dgm:pt modelId="{80626DAA-5FF4-4EC8-9E36-CE8226BDADBD}" type="pres">
      <dgm:prSet presAssocID="{C2949A9F-0281-4192-BD6D-8472E3C53FC5}" presName="textRect" presStyleLbl="revTx" presStyleIdx="1" presStyleCnt="4">
        <dgm:presLayoutVars>
          <dgm:chMax val="1"/>
          <dgm:chPref val="1"/>
        </dgm:presLayoutVars>
      </dgm:prSet>
      <dgm:spPr/>
    </dgm:pt>
    <dgm:pt modelId="{332269AF-13F3-464E-8FD0-CD9CBBD160C8}" type="pres">
      <dgm:prSet presAssocID="{9D66C1C1-68D6-4324-B54C-665178F33D9A}" presName="sibTrans" presStyleLbl="sibTrans2D1" presStyleIdx="0" presStyleCnt="0"/>
      <dgm:spPr/>
    </dgm:pt>
    <dgm:pt modelId="{27C1A151-F089-429F-AFF3-893745F01502}" type="pres">
      <dgm:prSet presAssocID="{56F264EB-7C57-483D-AA27-74FA428F85C7}" presName="compNode" presStyleCnt="0"/>
      <dgm:spPr/>
    </dgm:pt>
    <dgm:pt modelId="{F33BE289-86E4-4585-9730-65CAD4D1EDA3}" type="pres">
      <dgm:prSet presAssocID="{56F264EB-7C57-483D-AA27-74FA428F85C7}" presName="iconBgRect" presStyleLbl="bgShp" presStyleIdx="2" presStyleCnt="4"/>
      <dgm:spPr/>
    </dgm:pt>
    <dgm:pt modelId="{094BE7B6-580D-43E0-9667-36CF44692E41}" type="pres">
      <dgm:prSet presAssocID="{56F264EB-7C57-483D-AA27-74FA428F85C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288ECC3-824B-4884-BF1C-BBFB0EBE0990}" type="pres">
      <dgm:prSet presAssocID="{56F264EB-7C57-483D-AA27-74FA428F85C7}" presName="spaceRect" presStyleCnt="0"/>
      <dgm:spPr/>
    </dgm:pt>
    <dgm:pt modelId="{FCE815F4-5831-40A1-84AD-A57A04CBC9AB}" type="pres">
      <dgm:prSet presAssocID="{56F264EB-7C57-483D-AA27-74FA428F85C7}" presName="textRect" presStyleLbl="revTx" presStyleIdx="2" presStyleCnt="4">
        <dgm:presLayoutVars>
          <dgm:chMax val="1"/>
          <dgm:chPref val="1"/>
        </dgm:presLayoutVars>
      </dgm:prSet>
      <dgm:spPr/>
    </dgm:pt>
    <dgm:pt modelId="{9702000D-57D2-490F-8951-CF18303B011F}" type="pres">
      <dgm:prSet presAssocID="{FAA532BC-9FD9-4B37-A13F-EFE2437056A0}" presName="sibTrans" presStyleLbl="sibTrans2D1" presStyleIdx="0" presStyleCnt="0"/>
      <dgm:spPr/>
    </dgm:pt>
    <dgm:pt modelId="{EAEF8D75-EEF3-4E19-83D7-0A02C25FA84C}" type="pres">
      <dgm:prSet presAssocID="{6911C429-2C53-4BEF-9A04-07CD401450C1}" presName="compNode" presStyleCnt="0"/>
      <dgm:spPr/>
    </dgm:pt>
    <dgm:pt modelId="{4C6446F7-18FA-4F52-BAC2-CB042BB587BA}" type="pres">
      <dgm:prSet presAssocID="{6911C429-2C53-4BEF-9A04-07CD401450C1}" presName="iconBgRect" presStyleLbl="bgShp" presStyleIdx="3" presStyleCnt="4"/>
      <dgm:spPr/>
    </dgm:pt>
    <dgm:pt modelId="{ED057E70-2E43-4998-A7F0-DC47504866B0}" type="pres">
      <dgm:prSet presAssocID="{6911C429-2C53-4BEF-9A04-07CD401450C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75A594D-2647-4492-861E-A9AE49B143FF}" type="pres">
      <dgm:prSet presAssocID="{6911C429-2C53-4BEF-9A04-07CD401450C1}" presName="spaceRect" presStyleCnt="0"/>
      <dgm:spPr/>
    </dgm:pt>
    <dgm:pt modelId="{212F0584-7AF5-486B-B305-08FC50ABAC88}" type="pres">
      <dgm:prSet presAssocID="{6911C429-2C53-4BEF-9A04-07CD401450C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F17CB18-4902-46CA-83CD-A9597C1A91DA}" type="presOf" srcId="{6A715BCB-B7D0-4D9A-994E-941FACBD2A6F}" destId="{BFDB266D-1F29-44BB-BB21-EFDEA3D65639}" srcOrd="0" destOrd="0" presId="urn:microsoft.com/office/officeart/2018/2/layout/IconCircleList"/>
    <dgm:cxn modelId="{FEF0A520-3C26-4DBF-AF41-7D0CF8025AED}" srcId="{F5B596D4-9488-4D20-B5C9-1D32D0A4CAA4}" destId="{C2949A9F-0281-4192-BD6D-8472E3C53FC5}" srcOrd="1" destOrd="0" parTransId="{0FD85CE9-4DB2-476D-AC2C-C56DF04ABCA1}" sibTransId="{9D66C1C1-68D6-4324-B54C-665178F33D9A}"/>
    <dgm:cxn modelId="{5A89CC32-4369-4120-B13A-74056D9C45D0}" srcId="{F5B596D4-9488-4D20-B5C9-1D32D0A4CAA4}" destId="{6A715BCB-B7D0-4D9A-994E-941FACBD2A6F}" srcOrd="0" destOrd="0" parTransId="{A5478664-9845-4F02-BF27-A4C3C9D8F345}" sibTransId="{B758EFA1-798B-43A8-AB54-29F6753042D5}"/>
    <dgm:cxn modelId="{30312F41-D33A-43D6-ADBC-138B226A78F5}" type="presOf" srcId="{9D66C1C1-68D6-4324-B54C-665178F33D9A}" destId="{332269AF-13F3-464E-8FD0-CD9CBBD160C8}" srcOrd="0" destOrd="0" presId="urn:microsoft.com/office/officeart/2018/2/layout/IconCircleList"/>
    <dgm:cxn modelId="{478EBDA4-EFBB-47BC-A3F2-95CCAF94AAAF}" type="presOf" srcId="{FAA532BC-9FD9-4B37-A13F-EFE2437056A0}" destId="{9702000D-57D2-490F-8951-CF18303B011F}" srcOrd="0" destOrd="0" presId="urn:microsoft.com/office/officeart/2018/2/layout/IconCircleList"/>
    <dgm:cxn modelId="{4EBE9BB1-7A3F-42B9-ADE2-1380FE543E5B}" srcId="{F5B596D4-9488-4D20-B5C9-1D32D0A4CAA4}" destId="{6911C429-2C53-4BEF-9A04-07CD401450C1}" srcOrd="3" destOrd="0" parTransId="{2D2168C7-B436-4E94-A4F2-BBF2BEEAFC36}" sibTransId="{7EA5F421-B2F3-456E-B831-B0FB3CAAC125}"/>
    <dgm:cxn modelId="{F9E469B7-9133-4204-ABA5-1471212A17E8}" type="presOf" srcId="{B758EFA1-798B-43A8-AB54-29F6753042D5}" destId="{2BC10968-9363-4357-ACF6-C38FFC3261D6}" srcOrd="0" destOrd="0" presId="urn:microsoft.com/office/officeart/2018/2/layout/IconCircleList"/>
    <dgm:cxn modelId="{9E56E3B8-0D21-4CC5-A780-AB22E8608B25}" srcId="{F5B596D4-9488-4D20-B5C9-1D32D0A4CAA4}" destId="{56F264EB-7C57-483D-AA27-74FA428F85C7}" srcOrd="2" destOrd="0" parTransId="{BEDECF9C-0DAD-46CB-BEEF-2539136FC885}" sibTransId="{FAA532BC-9FD9-4B37-A13F-EFE2437056A0}"/>
    <dgm:cxn modelId="{D63E3ABA-D3D0-4D97-B810-DDCA9F66FC1E}" type="presOf" srcId="{6911C429-2C53-4BEF-9A04-07CD401450C1}" destId="{212F0584-7AF5-486B-B305-08FC50ABAC88}" srcOrd="0" destOrd="0" presId="urn:microsoft.com/office/officeart/2018/2/layout/IconCircleList"/>
    <dgm:cxn modelId="{DCB1C5C2-126F-45CA-8CEC-648E97716FEA}" type="presOf" srcId="{C2949A9F-0281-4192-BD6D-8472E3C53FC5}" destId="{80626DAA-5FF4-4EC8-9E36-CE8226BDADBD}" srcOrd="0" destOrd="0" presId="urn:microsoft.com/office/officeart/2018/2/layout/IconCircleList"/>
    <dgm:cxn modelId="{BB509FD4-4BF7-453A-925E-0D16E2A9284D}" type="presOf" srcId="{56F264EB-7C57-483D-AA27-74FA428F85C7}" destId="{FCE815F4-5831-40A1-84AD-A57A04CBC9AB}" srcOrd="0" destOrd="0" presId="urn:microsoft.com/office/officeart/2018/2/layout/IconCircleList"/>
    <dgm:cxn modelId="{3CC744EA-0CC4-48A4-AA47-9A00C2B88E31}" type="presOf" srcId="{F5B596D4-9488-4D20-B5C9-1D32D0A4CAA4}" destId="{D5FDC980-3524-4234-BA60-C11D4652A3CB}" srcOrd="0" destOrd="0" presId="urn:microsoft.com/office/officeart/2018/2/layout/IconCircleList"/>
    <dgm:cxn modelId="{583215B9-0C65-42E5-8E3F-1AD93BA9F3E2}" type="presParOf" srcId="{D5FDC980-3524-4234-BA60-C11D4652A3CB}" destId="{1A777670-49AB-4179-8261-55020772B169}" srcOrd="0" destOrd="0" presId="urn:microsoft.com/office/officeart/2018/2/layout/IconCircleList"/>
    <dgm:cxn modelId="{1322A66D-101D-4374-8C35-5F90C81D9D3C}" type="presParOf" srcId="{1A777670-49AB-4179-8261-55020772B169}" destId="{F6729BC5-6F1E-4BE4-9AFB-AFC2E18D6BBF}" srcOrd="0" destOrd="0" presId="urn:microsoft.com/office/officeart/2018/2/layout/IconCircleList"/>
    <dgm:cxn modelId="{EF9F7648-398D-41E8-8348-8DC2E82AB23B}" type="presParOf" srcId="{F6729BC5-6F1E-4BE4-9AFB-AFC2E18D6BBF}" destId="{B9C52877-FF79-4D69-B9DA-945C052D99FD}" srcOrd="0" destOrd="0" presId="urn:microsoft.com/office/officeart/2018/2/layout/IconCircleList"/>
    <dgm:cxn modelId="{1619B539-7ED1-4B54-9BDB-C0FC80B9928F}" type="presParOf" srcId="{F6729BC5-6F1E-4BE4-9AFB-AFC2E18D6BBF}" destId="{33FAF0F3-97C3-469E-9711-BF69A92B2CCA}" srcOrd="1" destOrd="0" presId="urn:microsoft.com/office/officeart/2018/2/layout/IconCircleList"/>
    <dgm:cxn modelId="{C1480C5B-0AE9-4917-918C-111D6CED5DCD}" type="presParOf" srcId="{F6729BC5-6F1E-4BE4-9AFB-AFC2E18D6BBF}" destId="{ACF8CA8C-FFAF-426A-8EA4-B6EB8CC0FDF0}" srcOrd="2" destOrd="0" presId="urn:microsoft.com/office/officeart/2018/2/layout/IconCircleList"/>
    <dgm:cxn modelId="{D24ADDE9-152F-4D99-BF8A-D082A26E2D2C}" type="presParOf" srcId="{F6729BC5-6F1E-4BE4-9AFB-AFC2E18D6BBF}" destId="{BFDB266D-1F29-44BB-BB21-EFDEA3D65639}" srcOrd="3" destOrd="0" presId="urn:microsoft.com/office/officeart/2018/2/layout/IconCircleList"/>
    <dgm:cxn modelId="{6B9FDDB1-DBE0-4DDB-A9CD-A325721EED83}" type="presParOf" srcId="{1A777670-49AB-4179-8261-55020772B169}" destId="{2BC10968-9363-4357-ACF6-C38FFC3261D6}" srcOrd="1" destOrd="0" presId="urn:microsoft.com/office/officeart/2018/2/layout/IconCircleList"/>
    <dgm:cxn modelId="{CF532020-F054-4DA3-8AAB-29A1C418F446}" type="presParOf" srcId="{1A777670-49AB-4179-8261-55020772B169}" destId="{586B1233-BEAB-4ACB-908B-F0FA51C7B5C0}" srcOrd="2" destOrd="0" presId="urn:microsoft.com/office/officeart/2018/2/layout/IconCircleList"/>
    <dgm:cxn modelId="{F5328F90-8BC6-470D-BE85-CE5FD860BE03}" type="presParOf" srcId="{586B1233-BEAB-4ACB-908B-F0FA51C7B5C0}" destId="{37B786CA-D6B2-4474-84E8-06DDD4874628}" srcOrd="0" destOrd="0" presId="urn:microsoft.com/office/officeart/2018/2/layout/IconCircleList"/>
    <dgm:cxn modelId="{CF0B33D7-C622-4DBE-9E6F-73CB1C2AE3C2}" type="presParOf" srcId="{586B1233-BEAB-4ACB-908B-F0FA51C7B5C0}" destId="{1FAD4877-456E-4E03-B87A-E6B55AEDF9DA}" srcOrd="1" destOrd="0" presId="urn:microsoft.com/office/officeart/2018/2/layout/IconCircleList"/>
    <dgm:cxn modelId="{5C00DB23-6290-475E-835B-81801465A7F1}" type="presParOf" srcId="{586B1233-BEAB-4ACB-908B-F0FA51C7B5C0}" destId="{B5098FDF-A574-4BE3-A3D5-6D10D23AD1F4}" srcOrd="2" destOrd="0" presId="urn:microsoft.com/office/officeart/2018/2/layout/IconCircleList"/>
    <dgm:cxn modelId="{F83D8922-6D48-4A55-9690-24889C3DA437}" type="presParOf" srcId="{586B1233-BEAB-4ACB-908B-F0FA51C7B5C0}" destId="{80626DAA-5FF4-4EC8-9E36-CE8226BDADBD}" srcOrd="3" destOrd="0" presId="urn:microsoft.com/office/officeart/2018/2/layout/IconCircleList"/>
    <dgm:cxn modelId="{FF5AE83A-878F-4FD6-B5F5-3D3C5C5A417D}" type="presParOf" srcId="{1A777670-49AB-4179-8261-55020772B169}" destId="{332269AF-13F3-464E-8FD0-CD9CBBD160C8}" srcOrd="3" destOrd="0" presId="urn:microsoft.com/office/officeart/2018/2/layout/IconCircleList"/>
    <dgm:cxn modelId="{63855918-48F7-456E-A0D4-EFAB6CFDC096}" type="presParOf" srcId="{1A777670-49AB-4179-8261-55020772B169}" destId="{27C1A151-F089-429F-AFF3-893745F01502}" srcOrd="4" destOrd="0" presId="urn:microsoft.com/office/officeart/2018/2/layout/IconCircleList"/>
    <dgm:cxn modelId="{5F073A90-75B9-4E9A-9AD9-1CE3CAF74621}" type="presParOf" srcId="{27C1A151-F089-429F-AFF3-893745F01502}" destId="{F33BE289-86E4-4585-9730-65CAD4D1EDA3}" srcOrd="0" destOrd="0" presId="urn:microsoft.com/office/officeart/2018/2/layout/IconCircleList"/>
    <dgm:cxn modelId="{9A9572B2-EE7C-4599-BB92-4CB5FDE3A118}" type="presParOf" srcId="{27C1A151-F089-429F-AFF3-893745F01502}" destId="{094BE7B6-580D-43E0-9667-36CF44692E41}" srcOrd="1" destOrd="0" presId="urn:microsoft.com/office/officeart/2018/2/layout/IconCircleList"/>
    <dgm:cxn modelId="{95845822-4E84-4115-A878-E1BBFCDB6FFE}" type="presParOf" srcId="{27C1A151-F089-429F-AFF3-893745F01502}" destId="{2288ECC3-824B-4884-BF1C-BBFB0EBE0990}" srcOrd="2" destOrd="0" presId="urn:microsoft.com/office/officeart/2018/2/layout/IconCircleList"/>
    <dgm:cxn modelId="{A913C969-AC2E-4F5B-ADA7-F5E90304FE3F}" type="presParOf" srcId="{27C1A151-F089-429F-AFF3-893745F01502}" destId="{FCE815F4-5831-40A1-84AD-A57A04CBC9AB}" srcOrd="3" destOrd="0" presId="urn:microsoft.com/office/officeart/2018/2/layout/IconCircleList"/>
    <dgm:cxn modelId="{DDB771E3-F375-4A04-B11B-FF6E55DD9C6C}" type="presParOf" srcId="{1A777670-49AB-4179-8261-55020772B169}" destId="{9702000D-57D2-490F-8951-CF18303B011F}" srcOrd="5" destOrd="0" presId="urn:microsoft.com/office/officeart/2018/2/layout/IconCircleList"/>
    <dgm:cxn modelId="{97B268BA-9669-4385-8B19-8CAE4DF2195D}" type="presParOf" srcId="{1A777670-49AB-4179-8261-55020772B169}" destId="{EAEF8D75-EEF3-4E19-83D7-0A02C25FA84C}" srcOrd="6" destOrd="0" presId="urn:microsoft.com/office/officeart/2018/2/layout/IconCircleList"/>
    <dgm:cxn modelId="{3450D32D-B71B-4470-8700-6F7C3A4165B3}" type="presParOf" srcId="{EAEF8D75-EEF3-4E19-83D7-0A02C25FA84C}" destId="{4C6446F7-18FA-4F52-BAC2-CB042BB587BA}" srcOrd="0" destOrd="0" presId="urn:microsoft.com/office/officeart/2018/2/layout/IconCircleList"/>
    <dgm:cxn modelId="{B4805948-1528-42E9-ACB2-244E82F7C823}" type="presParOf" srcId="{EAEF8D75-EEF3-4E19-83D7-0A02C25FA84C}" destId="{ED057E70-2E43-4998-A7F0-DC47504866B0}" srcOrd="1" destOrd="0" presId="urn:microsoft.com/office/officeart/2018/2/layout/IconCircleList"/>
    <dgm:cxn modelId="{E6A6DAC7-91FE-40BF-B996-8BA1FC1214C7}" type="presParOf" srcId="{EAEF8D75-EEF3-4E19-83D7-0A02C25FA84C}" destId="{B75A594D-2647-4492-861E-A9AE49B143FF}" srcOrd="2" destOrd="0" presId="urn:microsoft.com/office/officeart/2018/2/layout/IconCircleList"/>
    <dgm:cxn modelId="{B837A84F-C895-4ABF-883B-6173C64C823D}" type="presParOf" srcId="{EAEF8D75-EEF3-4E19-83D7-0A02C25FA84C}" destId="{212F0584-7AF5-486B-B305-08FC50ABAC8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F1197F-E17F-418A-BF14-593C3EB025C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AB5172-FBEA-48B6-8DD3-7DEFEA828BD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Be careful with links, downloads, and messages: Do not click suspicious links, open unknown attachments, or download files from untrusted websites. Report any suspicious activity to the teacher or IT manager.</a:t>
          </a:r>
          <a:endParaRPr lang="en-US" dirty="0"/>
        </a:p>
      </dgm:t>
    </dgm:pt>
    <dgm:pt modelId="{787ACC04-5541-47DE-991A-928F0D665E30}" type="parTrans" cxnId="{54EB1272-0E15-4046-85A3-AA6372F3A99C}">
      <dgm:prSet/>
      <dgm:spPr/>
      <dgm:t>
        <a:bodyPr/>
        <a:lstStyle/>
        <a:p>
          <a:endParaRPr lang="en-US"/>
        </a:p>
      </dgm:t>
    </dgm:pt>
    <dgm:pt modelId="{E8C435B8-D318-46DE-9395-5D11384734D8}" type="sibTrans" cxnId="{54EB1272-0E15-4046-85A3-AA6372F3A99C}">
      <dgm:prSet/>
      <dgm:spPr/>
      <dgm:t>
        <a:bodyPr/>
        <a:lstStyle/>
        <a:p>
          <a:endParaRPr lang="en-US"/>
        </a:p>
      </dgm:t>
    </dgm:pt>
    <dgm:pt modelId="{D54B4A04-5268-4D82-BE5F-5DF8B7979BB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Protect your accounts and passwords: Use strong unique passwords, enable multi-factor authentication (MFA), and never share login details with anyone.</a:t>
          </a:r>
          <a:endParaRPr lang="en-US" dirty="0"/>
        </a:p>
      </dgm:t>
    </dgm:pt>
    <dgm:pt modelId="{50BCF4FB-5F5F-4BD7-9262-88EEA6AB297F}" type="parTrans" cxnId="{6BA01385-B60F-4988-9078-B008134E360C}">
      <dgm:prSet/>
      <dgm:spPr/>
      <dgm:t>
        <a:bodyPr/>
        <a:lstStyle/>
        <a:p>
          <a:endParaRPr lang="en-US"/>
        </a:p>
      </dgm:t>
    </dgm:pt>
    <dgm:pt modelId="{A42D934E-3024-43EA-BED8-7A28667CA900}" type="sibTrans" cxnId="{6BA01385-B60F-4988-9078-B008134E360C}">
      <dgm:prSet/>
      <dgm:spPr/>
      <dgm:t>
        <a:bodyPr/>
        <a:lstStyle/>
        <a:p>
          <a:endParaRPr lang="en-US"/>
        </a:p>
      </dgm:t>
    </dgm:pt>
    <dgm:pt modelId="{300D60E0-9BFC-4036-A677-5170C91013F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Verify people and requests before responding: Check identities carefully and do not trust unexpected emails, calls, friend requests, or messages asking for personal information.</a:t>
          </a:r>
          <a:endParaRPr lang="en-US" dirty="0"/>
        </a:p>
      </dgm:t>
    </dgm:pt>
    <dgm:pt modelId="{0B8C0722-5B43-4994-8573-7CE341F24E81}" type="parTrans" cxnId="{947816D7-1733-4525-A083-2A71A00C57C0}">
      <dgm:prSet/>
      <dgm:spPr/>
      <dgm:t>
        <a:bodyPr/>
        <a:lstStyle/>
        <a:p>
          <a:endParaRPr lang="en-US"/>
        </a:p>
      </dgm:t>
    </dgm:pt>
    <dgm:pt modelId="{19243C46-88E6-47AB-94B6-85C6B44F3688}" type="sibTrans" cxnId="{947816D7-1733-4525-A083-2A71A00C57C0}">
      <dgm:prSet/>
      <dgm:spPr/>
      <dgm:t>
        <a:bodyPr/>
        <a:lstStyle/>
        <a:p>
          <a:endParaRPr lang="en-US"/>
        </a:p>
      </dgm:t>
    </dgm:pt>
    <dgm:pt modelId="{CA97BEBD-7819-4F4A-9123-46339F41BD9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Protect your personal and college information: Limit what you share on social media, use privacy settings, and keep college data confidential.</a:t>
          </a:r>
          <a:endParaRPr lang="en-US" dirty="0"/>
        </a:p>
      </dgm:t>
    </dgm:pt>
    <dgm:pt modelId="{F559EE9B-F687-4666-8C12-1874B07E0479}" type="parTrans" cxnId="{5323EA63-4D35-4FDC-A47F-8C26C45D4A7B}">
      <dgm:prSet/>
      <dgm:spPr/>
      <dgm:t>
        <a:bodyPr/>
        <a:lstStyle/>
        <a:p>
          <a:endParaRPr lang="en-US"/>
        </a:p>
      </dgm:t>
    </dgm:pt>
    <dgm:pt modelId="{603C083C-972C-44DD-9FE5-78BFA9CE50C3}" type="sibTrans" cxnId="{5323EA63-4D35-4FDC-A47F-8C26C45D4A7B}">
      <dgm:prSet/>
      <dgm:spPr/>
      <dgm:t>
        <a:bodyPr/>
        <a:lstStyle/>
        <a:p>
          <a:endParaRPr lang="en-US"/>
        </a:p>
      </dgm:t>
    </dgm:pt>
    <dgm:pt modelId="{4A0C9F92-5E0A-47C2-844A-63682F63484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Keep devices secure and report suspicious activity: Keep antivirus software updated, avoid using unknown USB devices, log out of shared computers, and report suspected security breaches within 24 hours.</a:t>
          </a:r>
          <a:endParaRPr lang="en-US" dirty="0"/>
        </a:p>
      </dgm:t>
    </dgm:pt>
    <dgm:pt modelId="{87521367-E3DD-4412-96FB-343A7CA14871}" type="parTrans" cxnId="{D612AC69-4967-4FAB-896F-17B8C2EEC261}">
      <dgm:prSet/>
      <dgm:spPr/>
      <dgm:t>
        <a:bodyPr/>
        <a:lstStyle/>
        <a:p>
          <a:endParaRPr lang="en-US"/>
        </a:p>
      </dgm:t>
    </dgm:pt>
    <dgm:pt modelId="{D97C2706-144C-4832-82E2-169B021B4EB1}" type="sibTrans" cxnId="{D612AC69-4967-4FAB-896F-17B8C2EEC261}">
      <dgm:prSet/>
      <dgm:spPr/>
      <dgm:t>
        <a:bodyPr/>
        <a:lstStyle/>
        <a:p>
          <a:endParaRPr lang="en-US"/>
        </a:p>
      </dgm:t>
    </dgm:pt>
    <dgm:pt modelId="{E3B5DEAA-FA0C-4F27-BC54-897887C2800A}" type="pres">
      <dgm:prSet presAssocID="{ACF1197F-E17F-418A-BF14-593C3EB025C0}" presName="root" presStyleCnt="0">
        <dgm:presLayoutVars>
          <dgm:dir/>
          <dgm:resizeHandles val="exact"/>
        </dgm:presLayoutVars>
      </dgm:prSet>
      <dgm:spPr/>
    </dgm:pt>
    <dgm:pt modelId="{FD80E5B8-B13C-42EA-9036-001A9C21DCB2}" type="pres">
      <dgm:prSet presAssocID="{2FAB5172-FBEA-48B6-8DD3-7DEFEA828BD8}" presName="compNode" presStyleCnt="0"/>
      <dgm:spPr/>
    </dgm:pt>
    <dgm:pt modelId="{B8EDDFEF-B34B-4E1C-BEF2-32FDC6018EFC}" type="pres">
      <dgm:prSet presAssocID="{2FAB5172-FBEA-48B6-8DD3-7DEFEA828BD8}" presName="bgRect" presStyleLbl="bgShp" presStyleIdx="0" presStyleCnt="5"/>
      <dgm:spPr/>
    </dgm:pt>
    <dgm:pt modelId="{F4E748BF-77D9-4BEF-B594-1D05BA2FEA32}" type="pres">
      <dgm:prSet presAssocID="{2FAB5172-FBEA-48B6-8DD3-7DEFEA828BD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38290565-C98D-483B-A4EE-5E89C9316C2B}" type="pres">
      <dgm:prSet presAssocID="{2FAB5172-FBEA-48B6-8DD3-7DEFEA828BD8}" presName="spaceRect" presStyleCnt="0"/>
      <dgm:spPr/>
    </dgm:pt>
    <dgm:pt modelId="{A0BE77AF-C8EF-45ED-B995-BBF7A25E1110}" type="pres">
      <dgm:prSet presAssocID="{2FAB5172-FBEA-48B6-8DD3-7DEFEA828BD8}" presName="parTx" presStyleLbl="revTx" presStyleIdx="0" presStyleCnt="5">
        <dgm:presLayoutVars>
          <dgm:chMax val="0"/>
          <dgm:chPref val="0"/>
        </dgm:presLayoutVars>
      </dgm:prSet>
      <dgm:spPr/>
    </dgm:pt>
    <dgm:pt modelId="{0553B621-0532-4102-A229-4D4D3C2B9816}" type="pres">
      <dgm:prSet presAssocID="{E8C435B8-D318-46DE-9395-5D11384734D8}" presName="sibTrans" presStyleCnt="0"/>
      <dgm:spPr/>
    </dgm:pt>
    <dgm:pt modelId="{523E8076-FDF6-4A61-8248-602084FCEE38}" type="pres">
      <dgm:prSet presAssocID="{D54B4A04-5268-4D82-BE5F-5DF8B7979BB6}" presName="compNode" presStyleCnt="0"/>
      <dgm:spPr/>
    </dgm:pt>
    <dgm:pt modelId="{54BEA6DB-9FA3-4EA7-9BB3-9B6E0290E5B6}" type="pres">
      <dgm:prSet presAssocID="{D54B4A04-5268-4D82-BE5F-5DF8B7979BB6}" presName="bgRect" presStyleLbl="bgShp" presStyleIdx="1" presStyleCnt="5"/>
      <dgm:spPr/>
    </dgm:pt>
    <dgm:pt modelId="{6FA1C054-38D5-419A-82A7-FD4B0C2443FA}" type="pres">
      <dgm:prSet presAssocID="{D54B4A04-5268-4D82-BE5F-5DF8B7979BB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D53E4D9-459B-43B2-9E39-0F7E966B3136}" type="pres">
      <dgm:prSet presAssocID="{D54B4A04-5268-4D82-BE5F-5DF8B7979BB6}" presName="spaceRect" presStyleCnt="0"/>
      <dgm:spPr/>
    </dgm:pt>
    <dgm:pt modelId="{4CFB817A-1F52-4B57-A391-0C9C7BDF82D0}" type="pres">
      <dgm:prSet presAssocID="{D54B4A04-5268-4D82-BE5F-5DF8B7979BB6}" presName="parTx" presStyleLbl="revTx" presStyleIdx="1" presStyleCnt="5">
        <dgm:presLayoutVars>
          <dgm:chMax val="0"/>
          <dgm:chPref val="0"/>
        </dgm:presLayoutVars>
      </dgm:prSet>
      <dgm:spPr/>
    </dgm:pt>
    <dgm:pt modelId="{5C7AE368-2B97-4B7E-86FC-E020827A31B4}" type="pres">
      <dgm:prSet presAssocID="{A42D934E-3024-43EA-BED8-7A28667CA900}" presName="sibTrans" presStyleCnt="0"/>
      <dgm:spPr/>
    </dgm:pt>
    <dgm:pt modelId="{C91BC2F3-2258-4785-BFE3-98C5EE61248D}" type="pres">
      <dgm:prSet presAssocID="{300D60E0-9BFC-4036-A677-5170C91013F8}" presName="compNode" presStyleCnt="0"/>
      <dgm:spPr/>
    </dgm:pt>
    <dgm:pt modelId="{56676E45-087D-4D93-AC23-117268DDF0C8}" type="pres">
      <dgm:prSet presAssocID="{300D60E0-9BFC-4036-A677-5170C91013F8}" presName="bgRect" presStyleLbl="bgShp" presStyleIdx="2" presStyleCnt="5"/>
      <dgm:spPr/>
    </dgm:pt>
    <dgm:pt modelId="{229C7CD0-0443-460A-9108-0C89AF24FF18}" type="pres">
      <dgm:prSet presAssocID="{300D60E0-9BFC-4036-A677-5170C91013F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D9D06A70-D0B7-4712-B13F-B204861BEF45}" type="pres">
      <dgm:prSet presAssocID="{300D60E0-9BFC-4036-A677-5170C91013F8}" presName="spaceRect" presStyleCnt="0"/>
      <dgm:spPr/>
    </dgm:pt>
    <dgm:pt modelId="{365F2F66-D28A-4DA1-B250-D2976BD39C97}" type="pres">
      <dgm:prSet presAssocID="{300D60E0-9BFC-4036-A677-5170C91013F8}" presName="parTx" presStyleLbl="revTx" presStyleIdx="2" presStyleCnt="5">
        <dgm:presLayoutVars>
          <dgm:chMax val="0"/>
          <dgm:chPref val="0"/>
        </dgm:presLayoutVars>
      </dgm:prSet>
      <dgm:spPr/>
    </dgm:pt>
    <dgm:pt modelId="{B2D9FB9A-337D-4F14-B7C0-DC0A0A062906}" type="pres">
      <dgm:prSet presAssocID="{19243C46-88E6-47AB-94B6-85C6B44F3688}" presName="sibTrans" presStyleCnt="0"/>
      <dgm:spPr/>
    </dgm:pt>
    <dgm:pt modelId="{4BFB9CAD-7901-469B-AA03-5D2A4A75617B}" type="pres">
      <dgm:prSet presAssocID="{CA97BEBD-7819-4F4A-9123-46339F41BD94}" presName="compNode" presStyleCnt="0"/>
      <dgm:spPr/>
    </dgm:pt>
    <dgm:pt modelId="{49AD3543-3693-405E-A6AB-E30318E00BE3}" type="pres">
      <dgm:prSet presAssocID="{CA97BEBD-7819-4F4A-9123-46339F41BD94}" presName="bgRect" presStyleLbl="bgShp" presStyleIdx="3" presStyleCnt="5"/>
      <dgm:spPr/>
    </dgm:pt>
    <dgm:pt modelId="{3A72B794-4CE9-4549-87F2-A6A48CE8F81B}" type="pres">
      <dgm:prSet presAssocID="{CA97BEBD-7819-4F4A-9123-46339F41BD9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84A5652-621E-429D-93A1-1E5F632B70A3}" type="pres">
      <dgm:prSet presAssocID="{CA97BEBD-7819-4F4A-9123-46339F41BD94}" presName="spaceRect" presStyleCnt="0"/>
      <dgm:spPr/>
    </dgm:pt>
    <dgm:pt modelId="{01544434-AF96-4647-A7E9-8CE3BA21DACE}" type="pres">
      <dgm:prSet presAssocID="{CA97BEBD-7819-4F4A-9123-46339F41BD94}" presName="parTx" presStyleLbl="revTx" presStyleIdx="3" presStyleCnt="5">
        <dgm:presLayoutVars>
          <dgm:chMax val="0"/>
          <dgm:chPref val="0"/>
        </dgm:presLayoutVars>
      </dgm:prSet>
      <dgm:spPr/>
    </dgm:pt>
    <dgm:pt modelId="{DD5D33C4-3368-4097-8362-33E1BA4473E9}" type="pres">
      <dgm:prSet presAssocID="{603C083C-972C-44DD-9FE5-78BFA9CE50C3}" presName="sibTrans" presStyleCnt="0"/>
      <dgm:spPr/>
    </dgm:pt>
    <dgm:pt modelId="{AF509685-6374-42F5-B0D5-A0637B9E1F95}" type="pres">
      <dgm:prSet presAssocID="{4A0C9F92-5E0A-47C2-844A-63682F63484A}" presName="compNode" presStyleCnt="0"/>
      <dgm:spPr/>
    </dgm:pt>
    <dgm:pt modelId="{FEDE024A-6AA3-4361-AA1C-49CA2C83F234}" type="pres">
      <dgm:prSet presAssocID="{4A0C9F92-5E0A-47C2-844A-63682F63484A}" presName="bgRect" presStyleLbl="bgShp" presStyleIdx="4" presStyleCnt="5"/>
      <dgm:spPr/>
    </dgm:pt>
    <dgm:pt modelId="{CBD8787F-1FE4-4AA6-BD00-2289905D4DE6}" type="pres">
      <dgm:prSet presAssocID="{4A0C9F92-5E0A-47C2-844A-63682F63484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83F714E-83EE-43E0-A618-E093A0450EDA}" type="pres">
      <dgm:prSet presAssocID="{4A0C9F92-5E0A-47C2-844A-63682F63484A}" presName="spaceRect" presStyleCnt="0"/>
      <dgm:spPr/>
    </dgm:pt>
    <dgm:pt modelId="{63E23779-7E70-4983-880F-3C14AA4B52DE}" type="pres">
      <dgm:prSet presAssocID="{4A0C9F92-5E0A-47C2-844A-63682F63484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769B826-1D92-4182-BF39-11B99E2C2886}" type="presOf" srcId="{D54B4A04-5268-4D82-BE5F-5DF8B7979BB6}" destId="{4CFB817A-1F52-4B57-A391-0C9C7BDF82D0}" srcOrd="0" destOrd="0" presId="urn:microsoft.com/office/officeart/2018/2/layout/IconVerticalSolidList"/>
    <dgm:cxn modelId="{08D7123A-BD8E-4BBF-91AA-CB69A5FC3CDD}" type="presOf" srcId="{ACF1197F-E17F-418A-BF14-593C3EB025C0}" destId="{E3B5DEAA-FA0C-4F27-BC54-897887C2800A}" srcOrd="0" destOrd="0" presId="urn:microsoft.com/office/officeart/2018/2/layout/IconVerticalSolidList"/>
    <dgm:cxn modelId="{C6427D62-E6B2-4A47-9D1D-05D8DA07A3C8}" type="presOf" srcId="{2FAB5172-FBEA-48B6-8DD3-7DEFEA828BD8}" destId="{A0BE77AF-C8EF-45ED-B995-BBF7A25E1110}" srcOrd="0" destOrd="0" presId="urn:microsoft.com/office/officeart/2018/2/layout/IconVerticalSolidList"/>
    <dgm:cxn modelId="{5323EA63-4D35-4FDC-A47F-8C26C45D4A7B}" srcId="{ACF1197F-E17F-418A-BF14-593C3EB025C0}" destId="{CA97BEBD-7819-4F4A-9123-46339F41BD94}" srcOrd="3" destOrd="0" parTransId="{F559EE9B-F687-4666-8C12-1874B07E0479}" sibTransId="{603C083C-972C-44DD-9FE5-78BFA9CE50C3}"/>
    <dgm:cxn modelId="{9AFD0345-9490-4C66-B56E-38F09DDC7A99}" type="presOf" srcId="{300D60E0-9BFC-4036-A677-5170C91013F8}" destId="{365F2F66-D28A-4DA1-B250-D2976BD39C97}" srcOrd="0" destOrd="0" presId="urn:microsoft.com/office/officeart/2018/2/layout/IconVerticalSolidList"/>
    <dgm:cxn modelId="{D612AC69-4967-4FAB-896F-17B8C2EEC261}" srcId="{ACF1197F-E17F-418A-BF14-593C3EB025C0}" destId="{4A0C9F92-5E0A-47C2-844A-63682F63484A}" srcOrd="4" destOrd="0" parTransId="{87521367-E3DD-4412-96FB-343A7CA14871}" sibTransId="{D97C2706-144C-4832-82E2-169B021B4EB1}"/>
    <dgm:cxn modelId="{54EB1272-0E15-4046-85A3-AA6372F3A99C}" srcId="{ACF1197F-E17F-418A-BF14-593C3EB025C0}" destId="{2FAB5172-FBEA-48B6-8DD3-7DEFEA828BD8}" srcOrd="0" destOrd="0" parTransId="{787ACC04-5541-47DE-991A-928F0D665E30}" sibTransId="{E8C435B8-D318-46DE-9395-5D11384734D8}"/>
    <dgm:cxn modelId="{6BA01385-B60F-4988-9078-B008134E360C}" srcId="{ACF1197F-E17F-418A-BF14-593C3EB025C0}" destId="{D54B4A04-5268-4D82-BE5F-5DF8B7979BB6}" srcOrd="1" destOrd="0" parTransId="{50BCF4FB-5F5F-4BD7-9262-88EEA6AB297F}" sibTransId="{A42D934E-3024-43EA-BED8-7A28667CA900}"/>
    <dgm:cxn modelId="{9C017BCB-8DCF-4BC0-A3C1-0D4617C95466}" type="presOf" srcId="{CA97BEBD-7819-4F4A-9123-46339F41BD94}" destId="{01544434-AF96-4647-A7E9-8CE3BA21DACE}" srcOrd="0" destOrd="0" presId="urn:microsoft.com/office/officeart/2018/2/layout/IconVerticalSolidList"/>
    <dgm:cxn modelId="{947816D7-1733-4525-A083-2A71A00C57C0}" srcId="{ACF1197F-E17F-418A-BF14-593C3EB025C0}" destId="{300D60E0-9BFC-4036-A677-5170C91013F8}" srcOrd="2" destOrd="0" parTransId="{0B8C0722-5B43-4994-8573-7CE341F24E81}" sibTransId="{19243C46-88E6-47AB-94B6-85C6B44F3688}"/>
    <dgm:cxn modelId="{75D65FEF-4FF9-433B-8D81-9F7080D42ADB}" type="presOf" srcId="{4A0C9F92-5E0A-47C2-844A-63682F63484A}" destId="{63E23779-7E70-4983-880F-3C14AA4B52DE}" srcOrd="0" destOrd="0" presId="urn:microsoft.com/office/officeart/2018/2/layout/IconVerticalSolidList"/>
    <dgm:cxn modelId="{1FF2C11D-0A04-4CE3-9EEE-0685CF141E0A}" type="presParOf" srcId="{E3B5DEAA-FA0C-4F27-BC54-897887C2800A}" destId="{FD80E5B8-B13C-42EA-9036-001A9C21DCB2}" srcOrd="0" destOrd="0" presId="urn:microsoft.com/office/officeart/2018/2/layout/IconVerticalSolidList"/>
    <dgm:cxn modelId="{022E5055-428E-4482-BF6C-B5DB7D3B5485}" type="presParOf" srcId="{FD80E5B8-B13C-42EA-9036-001A9C21DCB2}" destId="{B8EDDFEF-B34B-4E1C-BEF2-32FDC6018EFC}" srcOrd="0" destOrd="0" presId="urn:microsoft.com/office/officeart/2018/2/layout/IconVerticalSolidList"/>
    <dgm:cxn modelId="{CAA0CEC0-F2B4-4759-9260-31AB72CA1D57}" type="presParOf" srcId="{FD80E5B8-B13C-42EA-9036-001A9C21DCB2}" destId="{F4E748BF-77D9-4BEF-B594-1D05BA2FEA32}" srcOrd="1" destOrd="0" presId="urn:microsoft.com/office/officeart/2018/2/layout/IconVerticalSolidList"/>
    <dgm:cxn modelId="{CD6FC0F2-C68E-4B16-B276-DED01798A734}" type="presParOf" srcId="{FD80E5B8-B13C-42EA-9036-001A9C21DCB2}" destId="{38290565-C98D-483B-A4EE-5E89C9316C2B}" srcOrd="2" destOrd="0" presId="urn:microsoft.com/office/officeart/2018/2/layout/IconVerticalSolidList"/>
    <dgm:cxn modelId="{916A0F28-9348-44D1-A810-FD645136D1DF}" type="presParOf" srcId="{FD80E5B8-B13C-42EA-9036-001A9C21DCB2}" destId="{A0BE77AF-C8EF-45ED-B995-BBF7A25E1110}" srcOrd="3" destOrd="0" presId="urn:microsoft.com/office/officeart/2018/2/layout/IconVerticalSolidList"/>
    <dgm:cxn modelId="{938CB667-D45E-41A9-902D-AC275090DE1E}" type="presParOf" srcId="{E3B5DEAA-FA0C-4F27-BC54-897887C2800A}" destId="{0553B621-0532-4102-A229-4D4D3C2B9816}" srcOrd="1" destOrd="0" presId="urn:microsoft.com/office/officeart/2018/2/layout/IconVerticalSolidList"/>
    <dgm:cxn modelId="{3EA6EDA1-BA33-4848-A362-5BDC9BB44F08}" type="presParOf" srcId="{E3B5DEAA-FA0C-4F27-BC54-897887C2800A}" destId="{523E8076-FDF6-4A61-8248-602084FCEE38}" srcOrd="2" destOrd="0" presId="urn:microsoft.com/office/officeart/2018/2/layout/IconVerticalSolidList"/>
    <dgm:cxn modelId="{C5BCCCF3-E6F4-4621-A6B6-D56BD9464982}" type="presParOf" srcId="{523E8076-FDF6-4A61-8248-602084FCEE38}" destId="{54BEA6DB-9FA3-4EA7-9BB3-9B6E0290E5B6}" srcOrd="0" destOrd="0" presId="urn:microsoft.com/office/officeart/2018/2/layout/IconVerticalSolidList"/>
    <dgm:cxn modelId="{FA352E90-CD14-465D-9F29-668ECA59BD7E}" type="presParOf" srcId="{523E8076-FDF6-4A61-8248-602084FCEE38}" destId="{6FA1C054-38D5-419A-82A7-FD4B0C2443FA}" srcOrd="1" destOrd="0" presId="urn:microsoft.com/office/officeart/2018/2/layout/IconVerticalSolidList"/>
    <dgm:cxn modelId="{DFD9684F-5B94-4E84-9FA5-CACF73040120}" type="presParOf" srcId="{523E8076-FDF6-4A61-8248-602084FCEE38}" destId="{8D53E4D9-459B-43B2-9E39-0F7E966B3136}" srcOrd="2" destOrd="0" presId="urn:microsoft.com/office/officeart/2018/2/layout/IconVerticalSolidList"/>
    <dgm:cxn modelId="{FD3DC1DE-27B9-49C4-A9BD-6691E8297C9F}" type="presParOf" srcId="{523E8076-FDF6-4A61-8248-602084FCEE38}" destId="{4CFB817A-1F52-4B57-A391-0C9C7BDF82D0}" srcOrd="3" destOrd="0" presId="urn:microsoft.com/office/officeart/2018/2/layout/IconVerticalSolidList"/>
    <dgm:cxn modelId="{DB87DD41-7D8D-4A8A-AD2F-FEB5683621F1}" type="presParOf" srcId="{E3B5DEAA-FA0C-4F27-BC54-897887C2800A}" destId="{5C7AE368-2B97-4B7E-86FC-E020827A31B4}" srcOrd="3" destOrd="0" presId="urn:microsoft.com/office/officeart/2018/2/layout/IconVerticalSolidList"/>
    <dgm:cxn modelId="{8A6C5F5D-3FC3-48BA-A53F-A1AAB0FB4A51}" type="presParOf" srcId="{E3B5DEAA-FA0C-4F27-BC54-897887C2800A}" destId="{C91BC2F3-2258-4785-BFE3-98C5EE61248D}" srcOrd="4" destOrd="0" presId="urn:microsoft.com/office/officeart/2018/2/layout/IconVerticalSolidList"/>
    <dgm:cxn modelId="{66F6E7B2-C432-41FF-A7BC-16E768B401F9}" type="presParOf" srcId="{C91BC2F3-2258-4785-BFE3-98C5EE61248D}" destId="{56676E45-087D-4D93-AC23-117268DDF0C8}" srcOrd="0" destOrd="0" presId="urn:microsoft.com/office/officeart/2018/2/layout/IconVerticalSolidList"/>
    <dgm:cxn modelId="{D2697745-9A31-4B9A-AE0E-00AB07A3C2B3}" type="presParOf" srcId="{C91BC2F3-2258-4785-BFE3-98C5EE61248D}" destId="{229C7CD0-0443-460A-9108-0C89AF24FF18}" srcOrd="1" destOrd="0" presId="urn:microsoft.com/office/officeart/2018/2/layout/IconVerticalSolidList"/>
    <dgm:cxn modelId="{345C83D5-C569-435D-8545-1D9ADFE1EACC}" type="presParOf" srcId="{C91BC2F3-2258-4785-BFE3-98C5EE61248D}" destId="{D9D06A70-D0B7-4712-B13F-B204861BEF45}" srcOrd="2" destOrd="0" presId="urn:microsoft.com/office/officeart/2018/2/layout/IconVerticalSolidList"/>
    <dgm:cxn modelId="{46322943-4844-4005-A8B4-897925A143B7}" type="presParOf" srcId="{C91BC2F3-2258-4785-BFE3-98C5EE61248D}" destId="{365F2F66-D28A-4DA1-B250-D2976BD39C97}" srcOrd="3" destOrd="0" presId="urn:microsoft.com/office/officeart/2018/2/layout/IconVerticalSolidList"/>
    <dgm:cxn modelId="{74840E84-5856-4D56-9647-3049E7879577}" type="presParOf" srcId="{E3B5DEAA-FA0C-4F27-BC54-897887C2800A}" destId="{B2D9FB9A-337D-4F14-B7C0-DC0A0A062906}" srcOrd="5" destOrd="0" presId="urn:microsoft.com/office/officeart/2018/2/layout/IconVerticalSolidList"/>
    <dgm:cxn modelId="{7000431A-DEF7-44A4-9700-547C15243EE9}" type="presParOf" srcId="{E3B5DEAA-FA0C-4F27-BC54-897887C2800A}" destId="{4BFB9CAD-7901-469B-AA03-5D2A4A75617B}" srcOrd="6" destOrd="0" presId="urn:microsoft.com/office/officeart/2018/2/layout/IconVerticalSolidList"/>
    <dgm:cxn modelId="{A5C82AF7-5C5F-4237-A307-C8AF2ABF28BA}" type="presParOf" srcId="{4BFB9CAD-7901-469B-AA03-5D2A4A75617B}" destId="{49AD3543-3693-405E-A6AB-E30318E00BE3}" srcOrd="0" destOrd="0" presId="urn:microsoft.com/office/officeart/2018/2/layout/IconVerticalSolidList"/>
    <dgm:cxn modelId="{94DC2466-5755-4959-8229-4D70947E5913}" type="presParOf" srcId="{4BFB9CAD-7901-469B-AA03-5D2A4A75617B}" destId="{3A72B794-4CE9-4549-87F2-A6A48CE8F81B}" srcOrd="1" destOrd="0" presId="urn:microsoft.com/office/officeart/2018/2/layout/IconVerticalSolidList"/>
    <dgm:cxn modelId="{F3A9B026-D036-46E7-8850-E54A8EC9C76B}" type="presParOf" srcId="{4BFB9CAD-7901-469B-AA03-5D2A4A75617B}" destId="{B84A5652-621E-429D-93A1-1E5F632B70A3}" srcOrd="2" destOrd="0" presId="urn:microsoft.com/office/officeart/2018/2/layout/IconVerticalSolidList"/>
    <dgm:cxn modelId="{0C72AD41-4000-491B-ADE4-E71572E1CF8E}" type="presParOf" srcId="{4BFB9CAD-7901-469B-AA03-5D2A4A75617B}" destId="{01544434-AF96-4647-A7E9-8CE3BA21DACE}" srcOrd="3" destOrd="0" presId="urn:microsoft.com/office/officeart/2018/2/layout/IconVerticalSolidList"/>
    <dgm:cxn modelId="{A030723E-E17A-4B5B-8C80-1A703DC4BAAA}" type="presParOf" srcId="{E3B5DEAA-FA0C-4F27-BC54-897887C2800A}" destId="{DD5D33C4-3368-4097-8362-33E1BA4473E9}" srcOrd="7" destOrd="0" presId="urn:microsoft.com/office/officeart/2018/2/layout/IconVerticalSolidList"/>
    <dgm:cxn modelId="{C434652C-1B6B-4E1D-87F1-10D02222F759}" type="presParOf" srcId="{E3B5DEAA-FA0C-4F27-BC54-897887C2800A}" destId="{AF509685-6374-42F5-B0D5-A0637B9E1F95}" srcOrd="8" destOrd="0" presId="urn:microsoft.com/office/officeart/2018/2/layout/IconVerticalSolidList"/>
    <dgm:cxn modelId="{72C1AE09-4612-48DC-93CB-4A65483E0A63}" type="presParOf" srcId="{AF509685-6374-42F5-B0D5-A0637B9E1F95}" destId="{FEDE024A-6AA3-4361-AA1C-49CA2C83F234}" srcOrd="0" destOrd="0" presId="urn:microsoft.com/office/officeart/2018/2/layout/IconVerticalSolidList"/>
    <dgm:cxn modelId="{60E8A48F-82A2-4DDA-BF64-F885D97ACACC}" type="presParOf" srcId="{AF509685-6374-42F5-B0D5-A0637B9E1F95}" destId="{CBD8787F-1FE4-4AA6-BD00-2289905D4DE6}" srcOrd="1" destOrd="0" presId="urn:microsoft.com/office/officeart/2018/2/layout/IconVerticalSolidList"/>
    <dgm:cxn modelId="{DEE6BE5C-1C3C-444C-A857-FB00529B8D25}" type="presParOf" srcId="{AF509685-6374-42F5-B0D5-A0637B9E1F95}" destId="{B83F714E-83EE-43E0-A618-E093A0450EDA}" srcOrd="2" destOrd="0" presId="urn:microsoft.com/office/officeart/2018/2/layout/IconVerticalSolidList"/>
    <dgm:cxn modelId="{54E963BA-4205-492A-B563-F1B01E8BDDF6}" type="presParOf" srcId="{AF509685-6374-42F5-B0D5-A0637B9E1F95}" destId="{63E23779-7E70-4983-880F-3C14AA4B52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EDB71A-6E24-4B8C-9476-734275EACD93}">
      <dsp:nvSpPr>
        <dsp:cNvPr id="0" name=""/>
        <dsp:cNvSpPr/>
      </dsp:nvSpPr>
      <dsp:spPr>
        <a:xfrm>
          <a:off x="0" y="640"/>
          <a:ext cx="6391275" cy="14986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5543A-A021-4400-A0BC-F308BE2FC69A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CC5AE-44D0-4DC7-9435-5B091CA92E61}">
      <dsp:nvSpPr>
        <dsp:cNvPr id="0" name=""/>
        <dsp:cNvSpPr/>
      </dsp:nvSpPr>
      <dsp:spPr>
        <a:xfrm>
          <a:off x="1730984" y="640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/>
            <a:t>Tricking people into providing sensitive information, data, money or access to any organization or building.</a:t>
          </a:r>
          <a:endParaRPr lang="en-US" sz="2100" kern="1200"/>
        </a:p>
      </dsp:txBody>
      <dsp:txXfrm>
        <a:off x="1730984" y="640"/>
        <a:ext cx="4660290" cy="1498687"/>
      </dsp:txXfrm>
    </dsp:sp>
    <dsp:sp modelId="{3931AA13-0F05-40C6-89F2-C7A3954E30F8}">
      <dsp:nvSpPr>
        <dsp:cNvPr id="0" name=""/>
        <dsp:cNvSpPr/>
      </dsp:nvSpPr>
      <dsp:spPr>
        <a:xfrm>
          <a:off x="0" y="1873999"/>
          <a:ext cx="6391275" cy="14986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944818-9A46-4A02-A4F6-9C33C8188892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F8657-C9DD-4254-9B4F-AA51C98D197E}">
      <dsp:nvSpPr>
        <dsp:cNvPr id="0" name=""/>
        <dsp:cNvSpPr/>
      </dsp:nvSpPr>
      <dsp:spPr>
        <a:xfrm>
          <a:off x="1730984" y="187399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/>
            <a:t>Attackers trigger human behaviour such as fear, greed, urgency, curiosity and trust </a:t>
          </a:r>
          <a:endParaRPr lang="en-US" sz="2100" kern="1200"/>
        </a:p>
      </dsp:txBody>
      <dsp:txXfrm>
        <a:off x="1730984" y="1873999"/>
        <a:ext cx="4660290" cy="1498687"/>
      </dsp:txXfrm>
    </dsp:sp>
    <dsp:sp modelId="{0B4B81D0-F786-42D8-943F-B908E4928DA9}">
      <dsp:nvSpPr>
        <dsp:cNvPr id="0" name=""/>
        <dsp:cNvSpPr/>
      </dsp:nvSpPr>
      <dsp:spPr>
        <a:xfrm>
          <a:off x="0" y="3747359"/>
          <a:ext cx="6391275" cy="14986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03B38-FF9F-4752-8331-78E25A2FFB7B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9DAAB-BD81-4922-9523-D34D1238EE1E}">
      <dsp:nvSpPr>
        <dsp:cNvPr id="0" name=""/>
        <dsp:cNvSpPr/>
      </dsp:nvSpPr>
      <dsp:spPr>
        <a:xfrm>
          <a:off x="1730984" y="3747359"/>
          <a:ext cx="4660290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/>
            <a:t>Example:  A person tries to get in behind you into the building when you are accessing the building.</a:t>
          </a:r>
          <a:endParaRPr lang="en-US" sz="2100" kern="1200"/>
        </a:p>
      </dsp:txBody>
      <dsp:txXfrm>
        <a:off x="1730984" y="3747359"/>
        <a:ext cx="4660290" cy="1498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52877-FF79-4D69-B9DA-945C052D99FD}">
      <dsp:nvSpPr>
        <dsp:cNvPr id="0" name=""/>
        <dsp:cNvSpPr/>
      </dsp:nvSpPr>
      <dsp:spPr>
        <a:xfrm>
          <a:off x="61415" y="162392"/>
          <a:ext cx="1258021" cy="12580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AF0F3-97C3-469E-9711-BF69A92B2CCA}">
      <dsp:nvSpPr>
        <dsp:cNvPr id="0" name=""/>
        <dsp:cNvSpPr/>
      </dsp:nvSpPr>
      <dsp:spPr>
        <a:xfrm>
          <a:off x="325600" y="426576"/>
          <a:ext cx="729652" cy="7296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B266D-1F29-44BB-BB21-EFDEA3D65639}">
      <dsp:nvSpPr>
        <dsp:cNvPr id="0" name=""/>
        <dsp:cNvSpPr/>
      </dsp:nvSpPr>
      <dsp:spPr>
        <a:xfrm>
          <a:off x="1589012" y="162392"/>
          <a:ext cx="2965335" cy="1258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Identity Theft: Attackers could impersonate you using your data from social media platforms.</a:t>
          </a:r>
          <a:endParaRPr lang="en-US" sz="1300" kern="1200"/>
        </a:p>
      </dsp:txBody>
      <dsp:txXfrm>
        <a:off x="1589012" y="162392"/>
        <a:ext cx="2965335" cy="1258021"/>
      </dsp:txXfrm>
    </dsp:sp>
    <dsp:sp modelId="{37B786CA-D6B2-4474-84E8-06DDD4874628}">
      <dsp:nvSpPr>
        <dsp:cNvPr id="0" name=""/>
        <dsp:cNvSpPr/>
      </dsp:nvSpPr>
      <dsp:spPr>
        <a:xfrm>
          <a:off x="5071035" y="162392"/>
          <a:ext cx="1258021" cy="12580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D4877-456E-4E03-B87A-E6B55AEDF9DA}">
      <dsp:nvSpPr>
        <dsp:cNvPr id="0" name=""/>
        <dsp:cNvSpPr/>
      </dsp:nvSpPr>
      <dsp:spPr>
        <a:xfrm>
          <a:off x="5335219" y="426576"/>
          <a:ext cx="729652" cy="7296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26DAA-5FF4-4EC8-9E36-CE8226BDADBD}">
      <dsp:nvSpPr>
        <dsp:cNvPr id="0" name=""/>
        <dsp:cNvSpPr/>
      </dsp:nvSpPr>
      <dsp:spPr>
        <a:xfrm>
          <a:off x="6598632" y="162392"/>
          <a:ext cx="2965335" cy="1258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Financial Loss: Using social engineering techniques, scammers could trick you into sending money or sharing financial credentials.</a:t>
          </a:r>
          <a:endParaRPr lang="en-US" sz="1300" kern="1200"/>
        </a:p>
      </dsp:txBody>
      <dsp:txXfrm>
        <a:off x="6598632" y="162392"/>
        <a:ext cx="2965335" cy="1258021"/>
      </dsp:txXfrm>
    </dsp:sp>
    <dsp:sp modelId="{F33BE289-86E4-4585-9730-65CAD4D1EDA3}">
      <dsp:nvSpPr>
        <dsp:cNvPr id="0" name=""/>
        <dsp:cNvSpPr/>
      </dsp:nvSpPr>
      <dsp:spPr>
        <a:xfrm>
          <a:off x="61415" y="2002269"/>
          <a:ext cx="1258021" cy="12580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BE7B6-580D-43E0-9667-36CF44692E41}">
      <dsp:nvSpPr>
        <dsp:cNvPr id="0" name=""/>
        <dsp:cNvSpPr/>
      </dsp:nvSpPr>
      <dsp:spPr>
        <a:xfrm>
          <a:off x="325600" y="2266453"/>
          <a:ext cx="729652" cy="7296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815F4-5831-40A1-84AD-A57A04CBC9AB}">
      <dsp:nvSpPr>
        <dsp:cNvPr id="0" name=""/>
        <dsp:cNvSpPr/>
      </dsp:nvSpPr>
      <dsp:spPr>
        <a:xfrm>
          <a:off x="1589012" y="2002269"/>
          <a:ext cx="2965335" cy="1258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Account Hacking: Hackers could gain access by fooling users into entering passwords on fake login pages or clicking malicious links. They can use it to ransom users or misuse the account itself.</a:t>
          </a:r>
          <a:endParaRPr lang="en-US" sz="1300" kern="1200"/>
        </a:p>
      </dsp:txBody>
      <dsp:txXfrm>
        <a:off x="1589012" y="2002269"/>
        <a:ext cx="2965335" cy="1258021"/>
      </dsp:txXfrm>
    </dsp:sp>
    <dsp:sp modelId="{4C6446F7-18FA-4F52-BAC2-CB042BB587BA}">
      <dsp:nvSpPr>
        <dsp:cNvPr id="0" name=""/>
        <dsp:cNvSpPr/>
      </dsp:nvSpPr>
      <dsp:spPr>
        <a:xfrm>
          <a:off x="5071035" y="2002269"/>
          <a:ext cx="1258021" cy="12580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057E70-2E43-4998-A7F0-DC47504866B0}">
      <dsp:nvSpPr>
        <dsp:cNvPr id="0" name=""/>
        <dsp:cNvSpPr/>
      </dsp:nvSpPr>
      <dsp:spPr>
        <a:xfrm>
          <a:off x="5335219" y="2266453"/>
          <a:ext cx="729652" cy="7296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F0584-7AF5-486B-B305-08FC50ABAC88}">
      <dsp:nvSpPr>
        <dsp:cNvPr id="0" name=""/>
        <dsp:cNvSpPr/>
      </dsp:nvSpPr>
      <dsp:spPr>
        <a:xfrm>
          <a:off x="6598632" y="2002269"/>
          <a:ext cx="2965335" cy="1258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Cyberbullying: Users, especially students become victim of cyberbullying and fake relationship scams resulting in emotional and psychological harm.</a:t>
          </a:r>
          <a:endParaRPr lang="en-US" sz="1300" kern="1200"/>
        </a:p>
      </dsp:txBody>
      <dsp:txXfrm>
        <a:off x="6598632" y="2002269"/>
        <a:ext cx="2965335" cy="12580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DDFEF-B34B-4E1C-BEF2-32FDC6018EFC}">
      <dsp:nvSpPr>
        <dsp:cNvPr id="0" name=""/>
        <dsp:cNvSpPr/>
      </dsp:nvSpPr>
      <dsp:spPr>
        <a:xfrm>
          <a:off x="0" y="3323"/>
          <a:ext cx="11322795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E748BF-77D9-4BEF-B594-1D05BA2FEA32}">
      <dsp:nvSpPr>
        <dsp:cNvPr id="0" name=""/>
        <dsp:cNvSpPr/>
      </dsp:nvSpPr>
      <dsp:spPr>
        <a:xfrm>
          <a:off x="214162" y="162618"/>
          <a:ext cx="389386" cy="3893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E77AF-C8EF-45ED-B995-BBF7A25E1110}">
      <dsp:nvSpPr>
        <dsp:cNvPr id="0" name=""/>
        <dsp:cNvSpPr/>
      </dsp:nvSpPr>
      <dsp:spPr>
        <a:xfrm>
          <a:off x="817711" y="3323"/>
          <a:ext cx="10505084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dirty="0"/>
            <a:t>Be careful with links, downloads, and messages: Do not click suspicious links, open unknown attachments, or download files from untrusted websites. Report any suspicious activity to the teacher or IT manager.</a:t>
          </a:r>
          <a:endParaRPr lang="en-US" sz="1500" kern="1200" dirty="0"/>
        </a:p>
      </dsp:txBody>
      <dsp:txXfrm>
        <a:off x="817711" y="3323"/>
        <a:ext cx="10505084" cy="707975"/>
      </dsp:txXfrm>
    </dsp:sp>
    <dsp:sp modelId="{54BEA6DB-9FA3-4EA7-9BB3-9B6E0290E5B6}">
      <dsp:nvSpPr>
        <dsp:cNvPr id="0" name=""/>
        <dsp:cNvSpPr/>
      </dsp:nvSpPr>
      <dsp:spPr>
        <a:xfrm>
          <a:off x="0" y="888293"/>
          <a:ext cx="11322795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1C054-38D5-419A-82A7-FD4B0C2443FA}">
      <dsp:nvSpPr>
        <dsp:cNvPr id="0" name=""/>
        <dsp:cNvSpPr/>
      </dsp:nvSpPr>
      <dsp:spPr>
        <a:xfrm>
          <a:off x="214162" y="1047587"/>
          <a:ext cx="389386" cy="3893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B817A-1F52-4B57-A391-0C9C7BDF82D0}">
      <dsp:nvSpPr>
        <dsp:cNvPr id="0" name=""/>
        <dsp:cNvSpPr/>
      </dsp:nvSpPr>
      <dsp:spPr>
        <a:xfrm>
          <a:off x="817711" y="888293"/>
          <a:ext cx="10505084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dirty="0"/>
            <a:t>Protect your accounts and passwords: Use strong unique passwords, enable multi-factor authentication (MFA), and never share login details with anyone.</a:t>
          </a:r>
          <a:endParaRPr lang="en-US" sz="1500" kern="1200" dirty="0"/>
        </a:p>
      </dsp:txBody>
      <dsp:txXfrm>
        <a:off x="817711" y="888293"/>
        <a:ext cx="10505084" cy="707975"/>
      </dsp:txXfrm>
    </dsp:sp>
    <dsp:sp modelId="{56676E45-087D-4D93-AC23-117268DDF0C8}">
      <dsp:nvSpPr>
        <dsp:cNvPr id="0" name=""/>
        <dsp:cNvSpPr/>
      </dsp:nvSpPr>
      <dsp:spPr>
        <a:xfrm>
          <a:off x="0" y="1773262"/>
          <a:ext cx="11322795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C7CD0-0443-460A-9108-0C89AF24FF18}">
      <dsp:nvSpPr>
        <dsp:cNvPr id="0" name=""/>
        <dsp:cNvSpPr/>
      </dsp:nvSpPr>
      <dsp:spPr>
        <a:xfrm>
          <a:off x="214162" y="1932556"/>
          <a:ext cx="389386" cy="3893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F2F66-D28A-4DA1-B250-D2976BD39C97}">
      <dsp:nvSpPr>
        <dsp:cNvPr id="0" name=""/>
        <dsp:cNvSpPr/>
      </dsp:nvSpPr>
      <dsp:spPr>
        <a:xfrm>
          <a:off x="817711" y="1773262"/>
          <a:ext cx="10505084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dirty="0"/>
            <a:t>Verify people and requests before responding: Check identities carefully and do not trust unexpected emails, calls, friend requests, or messages asking for personal information.</a:t>
          </a:r>
          <a:endParaRPr lang="en-US" sz="1500" kern="1200" dirty="0"/>
        </a:p>
      </dsp:txBody>
      <dsp:txXfrm>
        <a:off x="817711" y="1773262"/>
        <a:ext cx="10505084" cy="707975"/>
      </dsp:txXfrm>
    </dsp:sp>
    <dsp:sp modelId="{49AD3543-3693-405E-A6AB-E30318E00BE3}">
      <dsp:nvSpPr>
        <dsp:cNvPr id="0" name=""/>
        <dsp:cNvSpPr/>
      </dsp:nvSpPr>
      <dsp:spPr>
        <a:xfrm>
          <a:off x="0" y="2658231"/>
          <a:ext cx="11322795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2B794-4CE9-4549-87F2-A6A48CE8F81B}">
      <dsp:nvSpPr>
        <dsp:cNvPr id="0" name=""/>
        <dsp:cNvSpPr/>
      </dsp:nvSpPr>
      <dsp:spPr>
        <a:xfrm>
          <a:off x="214162" y="2817526"/>
          <a:ext cx="389386" cy="3893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44434-AF96-4647-A7E9-8CE3BA21DACE}">
      <dsp:nvSpPr>
        <dsp:cNvPr id="0" name=""/>
        <dsp:cNvSpPr/>
      </dsp:nvSpPr>
      <dsp:spPr>
        <a:xfrm>
          <a:off x="817711" y="2658231"/>
          <a:ext cx="10505084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dirty="0"/>
            <a:t>Protect your personal and college information: Limit what you share on social media, use privacy settings, and keep college data confidential.</a:t>
          </a:r>
          <a:endParaRPr lang="en-US" sz="1500" kern="1200" dirty="0"/>
        </a:p>
      </dsp:txBody>
      <dsp:txXfrm>
        <a:off x="817711" y="2658231"/>
        <a:ext cx="10505084" cy="707975"/>
      </dsp:txXfrm>
    </dsp:sp>
    <dsp:sp modelId="{FEDE024A-6AA3-4361-AA1C-49CA2C83F234}">
      <dsp:nvSpPr>
        <dsp:cNvPr id="0" name=""/>
        <dsp:cNvSpPr/>
      </dsp:nvSpPr>
      <dsp:spPr>
        <a:xfrm>
          <a:off x="0" y="3543200"/>
          <a:ext cx="11322795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8787F-1FE4-4AA6-BD00-2289905D4DE6}">
      <dsp:nvSpPr>
        <dsp:cNvPr id="0" name=""/>
        <dsp:cNvSpPr/>
      </dsp:nvSpPr>
      <dsp:spPr>
        <a:xfrm>
          <a:off x="214162" y="3702495"/>
          <a:ext cx="389386" cy="3893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23779-7E70-4983-880F-3C14AA4B52DE}">
      <dsp:nvSpPr>
        <dsp:cNvPr id="0" name=""/>
        <dsp:cNvSpPr/>
      </dsp:nvSpPr>
      <dsp:spPr>
        <a:xfrm>
          <a:off x="817711" y="3543200"/>
          <a:ext cx="10505084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dirty="0"/>
            <a:t>Keep devices secure and report suspicious activity: Keep antivirus software updated, avoid using unknown USB devices, log out of shared computers, and report suspected security breaches within 24 hours.</a:t>
          </a:r>
          <a:endParaRPr lang="en-US" sz="1500" kern="1200" dirty="0"/>
        </a:p>
      </dsp:txBody>
      <dsp:txXfrm>
        <a:off x="817711" y="3543200"/>
        <a:ext cx="10505084" cy="707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1D1EADE-8E88-4C7C-8AC5-FB148DE4940E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8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8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2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27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0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2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8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93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209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662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7907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529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8060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C3C8B9C-477D-492A-96AD-1FC2CC997A73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31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2D3AED5-E26D-4E29-B1B3-7847B6779594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7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31BA835-12AC-4E8F-955A-EA3F4DE2791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1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A2E7B6-0696-D205-843B-03FA4506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5" b="10315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87EB1-A8F4-B50A-AC1C-8810816AF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" y="2592616"/>
            <a:ext cx="5467349" cy="1691707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GB" sz="6600" dirty="0">
                <a:solidFill>
                  <a:schemeClr val="tx2">
                    <a:lumMod val="75000"/>
                  </a:schemeClr>
                </a:solidFill>
              </a:rPr>
              <a:t>Social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EDBE8-51DC-DD72-F661-BE83A80BB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245" y="5902582"/>
            <a:ext cx="3633535" cy="974347"/>
          </a:xfrm>
        </p:spPr>
        <p:txBody>
          <a:bodyPr anchor="ctr">
            <a:normAutofit/>
          </a:bodyPr>
          <a:lstStyle/>
          <a:p>
            <a:pPr algn="ctr"/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Staying safe on Social Media</a:t>
            </a:r>
          </a:p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821586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083BB7-CFFD-923B-DD2E-C045F22B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br>
              <a:rPr lang="en-GB" sz="3300" dirty="0">
                <a:solidFill>
                  <a:srgbClr val="EBEBEB"/>
                </a:solidFill>
              </a:rPr>
            </a:br>
            <a:r>
              <a:rPr lang="en-GB" sz="3300" dirty="0">
                <a:solidFill>
                  <a:srgbClr val="EBEBEB"/>
                </a:solidFill>
              </a:rPr>
              <a:t>What exactly is Social Engineering?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F6963D-7467-5C7C-873A-1E3786EB8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366486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714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334CC5-EE5B-9C8A-1369-BFD93936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Its impact on Social Media Users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8DA889-8FDA-6A71-1050-C336DA7A4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29635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5190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30668-9613-0713-8F83-76CD55BCC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GB" sz="3200" dirty="0">
                <a:solidFill>
                  <a:srgbClr val="EBEBEB"/>
                </a:solidFill>
              </a:rPr>
              <a:t>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4ECE0-5464-0010-58E0-1551DBA2E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2000" b="1" dirty="0"/>
              <a:t>Phishing</a:t>
            </a:r>
            <a:r>
              <a:rPr lang="en-GB" sz="2000" dirty="0"/>
              <a:t> </a:t>
            </a:r>
          </a:p>
          <a:p>
            <a:pPr marL="0" indent="0">
              <a:buNone/>
            </a:pPr>
            <a:r>
              <a:rPr lang="en-GB" sz="2000" dirty="0"/>
              <a:t>	Hackers pretending to be a trusted organization send in fake emails, texts 	or messages containing a malicious link or attachments which if clicked 	will compromise the system an its contents.</a:t>
            </a:r>
          </a:p>
          <a:p>
            <a:pPr marL="0" indent="0">
              <a:buNone/>
            </a:pPr>
            <a:r>
              <a:rPr lang="en-GB" sz="2000" dirty="0"/>
              <a:t>	Example: User receives an email telling he has been chosen and will get 	100000£ and just needs to click in the random link.</a:t>
            </a:r>
          </a:p>
        </p:txBody>
      </p:sp>
    </p:spTree>
    <p:extLst>
      <p:ext uri="{BB962C8B-B14F-4D97-AF65-F5344CB8AC3E}">
        <p14:creationId xmlns:p14="http://schemas.microsoft.com/office/powerpoint/2010/main" val="413018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4DAF0-80BC-90A1-5029-D731338B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GB" sz="3200">
                <a:solidFill>
                  <a:srgbClr val="EBEBEB"/>
                </a:solidFill>
              </a:rPr>
              <a:t>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231ED-2078-365C-DD22-3F7041C2E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2. </a:t>
            </a:r>
            <a:r>
              <a:rPr lang="en-GB" sz="2000" b="1" dirty="0"/>
              <a:t>Tailgating</a:t>
            </a:r>
          </a:p>
          <a:p>
            <a:pPr marL="0" indent="0">
              <a:buNone/>
            </a:pPr>
            <a:r>
              <a:rPr lang="en-GB" sz="2000" b="1" dirty="0"/>
              <a:t>	</a:t>
            </a:r>
            <a:r>
              <a:rPr lang="en-GB" sz="2000" dirty="0"/>
              <a:t>An unauthorized person pretending to be a colleague or employee,  	following behind while gaining access to a secure building or room.</a:t>
            </a:r>
          </a:p>
          <a:p>
            <a:pPr marL="0" indent="0">
              <a:buNone/>
            </a:pPr>
            <a:r>
              <a:rPr lang="en-GB" sz="2000" b="1" dirty="0"/>
              <a:t>	Example: </a:t>
            </a:r>
            <a:r>
              <a:rPr lang="en-GB" sz="2000" dirty="0"/>
              <a:t>A person pretending to be pizza delivery guy asks you to keep 	the door open for him.</a:t>
            </a:r>
            <a:endParaRPr lang="en-GB" sz="2000" b="1" dirty="0"/>
          </a:p>
          <a:p>
            <a:pPr marL="0" indent="0">
              <a:buNone/>
            </a:pPr>
            <a:r>
              <a:rPr lang="en-GB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09865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73BE5-B6FE-5D95-FA8D-E4D172AB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GB" sz="3200">
                <a:solidFill>
                  <a:srgbClr val="EBEBEB"/>
                </a:solidFill>
              </a:rPr>
              <a:t>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53E0-A7F0-7DAD-47B2-9DE91413F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3</a:t>
            </a:r>
            <a:r>
              <a:rPr lang="en-GB" sz="2000" b="1" dirty="0"/>
              <a:t>. Baiting</a:t>
            </a:r>
          </a:p>
          <a:p>
            <a:pPr marL="0" indent="0">
              <a:buNone/>
            </a:pPr>
            <a:r>
              <a:rPr lang="en-GB" sz="2000" b="1" dirty="0"/>
              <a:t>	</a:t>
            </a:r>
            <a:r>
              <a:rPr lang="en-GB" sz="2000" dirty="0"/>
              <a:t>Hackers offer something tempting to trick users into provide information or 	use their malware. The baits in this scenario includes free downloads, 	prizes, USB drivers etc.</a:t>
            </a:r>
          </a:p>
          <a:p>
            <a:pPr marL="0" indent="0">
              <a:buNone/>
            </a:pPr>
            <a:r>
              <a:rPr lang="en-GB" sz="2000" dirty="0"/>
              <a:t>	Example: A USB stick labelled ”Exam Answers” is lying on student’s desk 	which may contain malicious software. </a:t>
            </a:r>
          </a:p>
        </p:txBody>
      </p:sp>
    </p:spTree>
    <p:extLst>
      <p:ext uri="{BB962C8B-B14F-4D97-AF65-F5344CB8AC3E}">
        <p14:creationId xmlns:p14="http://schemas.microsoft.com/office/powerpoint/2010/main" val="257624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A27D-908C-B2E2-3C75-C4A1E3E4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to stay safe while using social media?</a:t>
            </a:r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1FDD9E8-DD62-2FCB-5211-794AC7745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38280"/>
              </p:ext>
            </p:extLst>
          </p:nvPr>
        </p:nvGraphicFramePr>
        <p:xfrm>
          <a:off x="431054" y="2470150"/>
          <a:ext cx="11322796" cy="425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410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74AE659E160439260E7B08BCFF2C7" ma:contentTypeVersion="5" ma:contentTypeDescription="Create a new document." ma:contentTypeScope="" ma:versionID="3cade23758f1816a2f36526afefd3147">
  <xsd:schema xmlns:xsd="http://www.w3.org/2001/XMLSchema" xmlns:xs="http://www.w3.org/2001/XMLSchema" xmlns:p="http://schemas.microsoft.com/office/2006/metadata/properties" xmlns:ns3="2c89e6a5-39ee-4a8b-b2ba-e69ddf3be6ab" targetNamespace="http://schemas.microsoft.com/office/2006/metadata/properties" ma:root="true" ma:fieldsID="ae404b8bb57a1acbbceaa881ca4a18e6" ns3:_="">
    <xsd:import namespace="2c89e6a5-39ee-4a8b-b2ba-e69ddf3be6a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e6a5-39ee-4a8b-b2ba-e69ddf3be6a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89e6a5-39ee-4a8b-b2ba-e69ddf3be6ab" xsi:nil="true"/>
  </documentManagement>
</p:properties>
</file>

<file path=customXml/itemProps1.xml><?xml version="1.0" encoding="utf-8"?>
<ds:datastoreItem xmlns:ds="http://schemas.openxmlformats.org/officeDocument/2006/customXml" ds:itemID="{0B7D8DCB-AF5C-4820-BDDC-DF52BF3AE7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89e6a5-39ee-4a8b-b2ba-e69ddf3be6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C07A66-75FE-45B3-AC0C-E29BB582AC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261441-258E-4FD2-B293-A1BFC8BAD245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2c89e6a5-39ee-4a8b-b2ba-e69ddf3be6a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92</TotalTime>
  <Words>507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Social Engineering</vt:lpstr>
      <vt:lpstr> What exactly is Social Engineering?</vt:lpstr>
      <vt:lpstr>Its impact on Social Media Users</vt:lpstr>
      <vt:lpstr>Social Engineering Techniques</vt:lpstr>
      <vt:lpstr>Social Engineering Techniques</vt:lpstr>
      <vt:lpstr>Social Engineering Techniques</vt:lpstr>
      <vt:lpstr>How to stay safe while using social media?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Biki Maharjan</dc:creator>
  <cp:lastModifiedBy>Biki Maharjan</cp:lastModifiedBy>
  <cp:revision>2</cp:revision>
  <dcterms:created xsi:type="dcterms:W3CDTF">2026-06-10T09:09:17Z</dcterms:created>
  <dcterms:modified xsi:type="dcterms:W3CDTF">2026-06-10T10:42:13Z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0x010100FA874AE659E160439260E7B08BCFF2C7</vt:lpwstr>
  </property>
</Properties>
</file>